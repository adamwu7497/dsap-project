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5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6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notesSlides/notesSlide7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2" r:id="rId4"/>
    <p:sldId id="263" r:id="rId5"/>
    <p:sldId id="265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ora" pitchFamily="2" charset="0"/>
      <p:regular r:id="rId20"/>
      <p:bold r:id="rId21"/>
      <p:italic r:id="rId22"/>
      <p:boldItalic r:id="rId23"/>
    </p:embeddedFont>
    <p:embeddedFont>
      <p:font typeface="Nixie One" panose="02020500000000000000" charset="0"/>
      <p:regular r:id="rId24"/>
    </p:embeddedFont>
    <p:embeddedFont>
      <p:font typeface="Quattrocento Sans" panose="020B0502050000020003" pitchFamily="34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h+Bgs6dZyFI9BIMtLuBBzw1Y86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86EC1B-BC75-4301-A912-AD67CD2D19BA}">
  <a:tblStyle styleId="{3586EC1B-BC75-4301-A912-AD67CD2D19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38" y="3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82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Relationship Id="rId85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19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553 0 9215 0 0,'-8'6'419'0'0,"-1"-1"-1"0"0,1 1 0 0 0,0 0 0 0 0,1 1 0 0 0,-1 0 1 0 0,1 0-1 0 0,1 1 0 0 0,-10 13 0 0 0,-3 2-351 0 0,-257 258 359 0 0,222-230-411 0 0,33-32-31 0 0,1 1 0 0 0,2 1 0 0 0,0 1 0 0 0,-25 38 0 0 0,43-59 16 0 0,-1 0 1 0 0,0 0-1 0 0,1 0 0 0 0,-1 0 0 0 0,1 0 0 0 0,-1 0 0 0 0,1 0 1 0 0,-1 0-1 0 0,1 0 0 0 0,0 0 0 0 0,-1 0 0 0 0,1 0 0 0 0,0 0 0 0 0,0 0 1 0 0,0 0-1 0 0,0 0 0 0 0,0 0 0 0 0,0 0 0 0 0,0 1 0 0 0,0-1 1 0 0,1 0-1 0 0,-1 0 0 0 0,0 0 0 0 0,1 0 0 0 0,-1 0 0 0 0,0 0 1 0 0,1 0-1 0 0,-1 0 0 0 0,1 0 0 0 0,0 0 0 0 0,-1-1 0 0 0,1 1 0 0 0,0 0 1 0 0,-1 0-1 0 0,1 0 0 0 0,0-1 0 0 0,0 1 0 0 0,0 0 0 0 0,0-1 1 0 0,0 1-1 0 0,0-1 0 0 0,1 1 0 0 0,5 2 20 0 0,-1-1-1 0 0,1 0 1 0 0,0 0-1 0 0,0-1 1 0 0,10 1 0 0 0,-12-2 10 0 0,41 4 926 0 0,-1-1 1 0 0,49-5-1 0 0,91-16 324 0 0,-130 12-920 0 0,196-27-1169 0 0,-231 28-2115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0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213 19 4143 0 0,'-2'-2'317'0'0,"-11"-10"-406"0"0,12 12 200 0 0,1 0-1 0 0,-1-1 1 0 0,1 1-1 0 0,-1-1 0 0 0,1 1 1 0 0,-1 0-1 0 0,1-1 1 0 0,-1 1-1 0 0,1 0 0 0 0,-1-1 1 0 0,0 1-1 0 0,1 0 0 0 0,-1 0 1 0 0,0 0-1 0 0,1 0 1 0 0,-1-1-1 0 0,0 1 0 0 0,0 0 1 0 0,-1 2 243 0 0,0 0 0 0 0,1 0 0 0 0,-1 0 0 0 0,1-1 0 0 0,0 1 0 0 0,-1 0 1 0 0,1 1-1 0 0,0-1 0 0 0,0 0 0 0 0,0 0 0 0 0,0 4 0 0 0,-1-2-1 0 0,-11 39 257 0 0,2 1 0 0 0,-8 55-1 0 0,11-52-423 0 0,-78 376 115 0 0,80-397-255 0 0,-1-1-101 0 0,2 0 1 0 0,0 1-1 0 0,2-1 0 0 0,-1 36 0 0 0,4-58-70 0 0,0 1 0 0 0,1-1 0 0 0,-1 1 0 0 0,1-1-1 0 0,0 1 1 0 0,-1-1 0 0 0,3 4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0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0 11519 0 0,'-1'1'40'0'0,"1"-1"-1"0"0,0 0 0 0 0,0 0 0 0 0,0 0 1 0 0,-1 0-1 0 0,1 0 0 0 0,0 0 0 0 0,0 0 1 0 0,0 0-1 0 0,0 1 0 0 0,-1-1 0 0 0,1 0 1 0 0,0 0-1 0 0,0 0 0 0 0,0 0 0 0 0,0 1 1 0 0,0-1-1 0 0,0 0 0 0 0,-1 0 0 0 0,1 0 1 0 0,0 1-1 0 0,0-1 0 0 0,0 0 0 0 0,0 0 1 0 0,0 0-1 0 0,0 1 0 0 0,0-1 0 0 0,0 0 1 0 0,0 0-1 0 0,0 1 0 0 0,0-1 0 0 0,0 0 1 0 0,0 0-1 0 0,0 0 0 0 0,0 1 0 0 0,0-1 1 0 0,0 0-1 0 0,-1 15 506 0 0,1-12-107 0 0,-42 275 729 0 0,34-239-1037 0 0,4-17-158 0 0,1 0 1 0 0,1 1-1 0 0,0-1 0 0 0,3 28 0 0 0,-1-42-9 0 0,1 0-1 0 0,1-1 0 0 0,-1 1 0 0 0,1-1 1 0 0,0 0-1 0 0,1 1 0 0 0,0-1 1 0 0,0 0-1 0 0,0 0 0 0 0,1-1 1 0 0,0 1-1 0 0,0-1 0 0 0,1 1 0 0 0,0-2 1 0 0,0 1-1 0 0,6 5 0 0 0,8 3-461 0 0,0-1 0 0 0,1-1 0 0 0,0-1 0 0 0,42 16 0 0 0,10 6 1496 0 0,-64-29-555 0 0,0 0 1 0 0,-1 1-1 0 0,1-1 0 0 0,-1 2 1 0 0,0-1-1 0 0,7 8 1 0 0,-12-11-308 0 0,0 0 0 0 0,0 1 0 0 0,0 0 0 0 0,-1-1-1 0 0,1 1 1 0 0,-1 0 0 0 0,0 0 0 0 0,0 0 0 0 0,0 0 0 0 0,0 0 0 0 0,0 0 0 0 0,0 0 0 0 0,-1 0 0 0 0,0 0 0 0 0,0 0 0 0 0,1 1 0 0 0,-2-1-1 0 0,1 0 1 0 0,0 0 0 0 0,-2 6 0 0 0,-1 0-18 0 0,0 0 0 0 0,0 0-1 0 0,-1 0 1 0 0,0 0 0 0 0,-1-1-1 0 0,0 1 1 0 0,0-1 0 0 0,0 0 0 0 0,-1-1-1 0 0,-14 14 1 0 0,2-4-47 0 0,-1-1 1 0 0,0-1-1 0 0,-24 15 1 0 0,32-24-304 0 0,1 0 1 0 0,-1 0 0 0 0,-1-1 0 0 0,1 0 0 0 0,-1-1 0 0 0,0 0 0 0 0,0-1 0 0 0,0 0 0 0 0,0-1-1 0 0,0-1 1 0 0,-14 1 0 0 0,2-3-6204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0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0 145 5983 0 0,'36'-14'1995'0'0,"0"1"0"0"0,47-9 0 0 0,-37 9-1582 0 0,49-12 806 0 0,2 4 0 0 0,161-13 0 0 0,-228 32-1458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0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10591 0 0,'83'-2'6684'0'0,"0"-3"-3338"0"0,163-20-4382 0 0,-176 18 96 0 0,-45 4-5786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1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0 9671 0 0,'-2'4'255'0'0,"0"-1"-1"0"0,0 1 0 0 0,0-1 1 0 0,1 1-1 0 0,-1 0 0 0 0,1 0 0 0 0,0 0 1 0 0,0 0-1 0 0,0 0 0 0 0,0 0 1 0 0,1 0-1 0 0,0 0 0 0 0,0 6 1 0 0,-2 9 738 0 0,-19 296 2119 0 0,11-106-1810 0 0,3-95-2620 0 0,5-57-4892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2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715 0 16583 0 0,'-4'0'197'0'0,"1"0"0"0"0,0 0 0 0 0,0 0 0 0 0,0 1 0 0 0,-1-1 0 0 0,1 1 0 0 0,0 0 0 0 0,0 0 0 0 0,0 0 0 0 0,-4 2 0 0 0,-28 18-110 0 0,23-13 81 0 0,-21 15-177 0 0,0 2 1 0 0,1 1-1 0 0,2 2 1 0 0,-36 41 0 0 0,-92 140-172 0 0,106-130 158 0 0,4 3 0 0 0,3 2 0 0 0,-35 95 0 0 0,67-147-19 0 0,2 1-1 0 0,-11 55 0 0 0,20-76 16 0 0,0-1 0 0 0,1 1 0 0 0,1 0 1 0 0,-1-1-1 0 0,2 1 0 0 0,0 0 0 0 0,0-1 0 0 0,1 1 0 0 0,0-1 0 0 0,1 0 0 0 0,7 18 0 0 0,-8-23-105 0 0,1-1 0 0 0,0 1 0 0 0,1-1 0 0 0,-1 0 0 0 0,1 0 0 0 0,0 0 0 0 0,0 0 0 0 0,1-1 0 0 0,-1 1 0 0 0,1-1 0 0 0,0 0 0 0 0,0-1 0 0 0,9 5 0 0 0,-7-4 101 0 0,0-1 0 0 0,1 0 0 0 0,-1-1 0 0 0,1 0-1 0 0,0 0 1 0 0,0-1 0 0 0,0 0 0 0 0,0 0 0 0 0,12-1-1 0 0,-2-2 292 0 0,-1 0 0 0 0,1-1 0 0 0,-1-1 0 0 0,0 0 0 0 0,0-2 0 0 0,-1 0 0 0 0,0 0-1 0 0,31-18 1 0 0,-35 17-133 0 0,0-1-1 0 0,-1 0 0 0 0,0-1 1 0 0,0 0-1 0 0,-1-1 1 0 0,0 0-1 0 0,0 0 0 0 0,10-17 1 0 0,-16 22-44 0 0,-1 0 1 0 0,0-1 0 0 0,0 1-1 0 0,-1-1 1 0 0,0 0 0 0 0,0 0-1 0 0,0 1 1 0 0,0-1 0 0 0,-1 0-1 0 0,0-1 1 0 0,-1 1 0 0 0,1 0-1 0 0,-1 0 1 0 0,0 0 0 0 0,-1 0-1 0 0,1 0 1 0 0,-1 0 0 0 0,-1-1-1 0 0,1 2 1 0 0,-1-1 0 0 0,-3-9 0 0 0,2 8 34 0 0,0 1 1 0 0,-1 0 0 0 0,1 0 0 0 0,-1 0 0 0 0,0 1 0 0 0,0-1 0 0 0,-1 1 0 0 0,0 0 0 0 0,1 0 0 0 0,-2 1 0 0 0,1-1 0 0 0,-10-5 0 0 0,6 5-77 0 0,0 1 1 0 0,0 0-1 0 0,-1 1 1 0 0,1 0-1 0 0,-1 0 1 0 0,0 1-1 0 0,0 0 1 0 0,-10 0-1 0 0,-13-1-155 0 0,-1 2-1 0 0,1 1 1 0 0,-1 2-1 0 0,1 1 1 0 0,-56 13-1 0 0,83-15-2109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2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14743 0 0,'2'-2'1312'0'0,"0"1"-1056"0"0,1-1-256 0 0,0 1 0 0 0,1 1 1272 0 0,1 0 200 0 0,1 0 32 0 0,4 0 16 0 0,5 1-1136 0 0,8-1-232 0 0,6 1-48 0 0,6 0-8 0 0,1 0-264 0 0,1 0-56 0 0,1 0-16 0 0,-2-1-5712 0 0,1 1-1136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2.5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17503 0 0,'0'1'1904'0'0,"2"-1"-1904"0"0,1 0 608 0 0,2 0 80 0 0,4 0 16 0 0,7-1 8 0 0,6 1-528 0 0,7-1-112 0 0,6 0-72 0 0,6-1 96 0 0,4 0-320 0 0,2-1-56 0 0,3-1-8 0 0,0-2-8416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3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356 1 11055 0 0,'-6'15'4002'0'0,"-3"15"-3551"0"0,-1-1 1 0 0,-2 0 0 0 0,0-1 0 0 0,-28 45 0 0 0,-78 95-860 0 0,64-94 547 0 0,54-74-142 0 0,-8 10-40 0 0,1 1-1 0 0,0-1 0 0 0,1 1 0 0 0,-8 19 1 0 0,13-27 23 0 0,0 0 0 0 0,0-1 1 0 0,0 1-1 0 0,0 0 0 0 0,1 0 1 0 0,0 0-1 0 0,-1-1 0 0 0,1 1 1 0 0,0 0-1 0 0,0 0 0 0 0,1 0 1 0 0,-1 0-1 0 0,1-1 1 0 0,-1 1-1 0 0,1 0 0 0 0,0 0 1 0 0,0-1-1 0 0,0 1 0 0 0,0-1 1 0 0,1 1-1 0 0,-1-1 0 0 0,1 1 1 0 0,-1-1-1 0 0,1 0 1 0 0,0 1-1 0 0,3 2 0 0 0,11 7-221 0 0,1 0-1 0 0,0-1 0 0 0,1-1 1 0 0,0 0-1 0 0,25 8 1 0 0,4 3 549 0 0,53 25 594 0 0,-40-20 438 0 0,68 40-1 0 0,-122-62-1122 0 0,-1 0-1 0 0,1 0 0 0 0,-1 0 1 0 0,1 1-1 0 0,6 7 0 0 0,-12-11-168 0 0,1-1-1 0 0,0 1 0 0 0,0 0 0 0 0,-1 0 0 0 0,1 0 1 0 0,-1 0-1 0 0,1 0 0 0 0,0 0 0 0 0,-1 0 0 0 0,0 0 0 0 0,1 0 1 0 0,-1 0-1 0 0,0 0 0 0 0,1 0 0 0 0,-1 0 0 0 0,0 0 1 0 0,0 1-1 0 0,0-1 0 0 0,0 0 0 0 0,0 0 0 0 0,0 0 0 0 0,0 0 1 0 0,-1 0-1 0 0,1 0 0 0 0,0 0 0 0 0,0 0 0 0 0,-1 1 1 0 0,1-1-1 0 0,-1 0 0 0 0,1 0 0 0 0,-1 0 0 0 0,1-1 1 0 0,-1 1-1 0 0,0 0 0 0 0,0 0 0 0 0,1 0 0 0 0,-1 0 0 0 0,0-1 1 0 0,0 1-1 0 0,0 0 0 0 0,-1 0 0 0 0,-5 4 62 0 0,-1-1 0 0 0,0 0 1 0 0,0 0-1 0 0,0 0 0 0 0,-13 3 0 0 0,-46 8-26 0 0,53-12-74 0 0,-23 4-211 0 0,-1-2 1 0 0,0-2 0 0 0,0-1 0 0 0,1-2-1 0 0,-1-2 1 0 0,0-1 0 0 0,0-2-1 0 0,-39-11 1 0 0,29 3-7318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3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11055 0 0,'14'-6'984'0'0,"1"0"-792"0"0,-1 1-192 0 0,-4 2 0 0 0,1 1 1152 0 0,5 0 192 0 0,14-4 40 0 0,17-4 8 0 0,18-2-688 0 0,13-2-144 0 0,7-1-24 0 0,0 4-8 0 0,-3 1-432 0 0,-3 2-96 0 0,-2 1 0 0 0,-6-2-5320 0 0,-2-1-1056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3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1 7831 0 0,'-6'10'646'0'0,"1"1"0"0"0,0 0-1 0 0,1 1 1 0 0,1-1-1 0 0,0 1 1 0 0,-3 14 0 0 0,-1 7 120 0 0,-104 386 3594 0 0,-35 137-3542 0 0,131-494-818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6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607 270 16583 0 0,'-9'-22'371'0'0,"0"2"0"0"0,-2-1-1 0 0,0 1 1 0 0,-1 1 0 0 0,-1 0 0 0 0,-1 1-1 0 0,-1 0 1 0 0,-17-16 0 0 0,24 26-346 0 0,-2 0 0 0 0,1 1 0 0 0,-1-1 0 0 0,0 2-1 0 0,-1 0 1 0 0,1 0 0 0 0,-1 1 0 0 0,0 0 0 0 0,-1 1 0 0 0,1 0 0 0 0,-1 1 0 0 0,1 0 0 0 0,-1 1 0 0 0,0 0-1 0 0,0 1 1 0 0,-23 0 0 0 0,11 3-46 0 0,0 2 0 0 0,0 0 0 0 0,1 1 0 0 0,0 1 0 0 0,0 2 0 0 0,0 0 0 0 0,-38 21 0 0 0,57-28 21 0 0,1 1 0 0 0,0 0 1 0 0,0 0-1 0 0,0 1 0 0 0,0-1 0 0 0,0 1 0 0 0,0-1 0 0 0,1 1 0 0 0,-1 0 1 0 0,1 0-1 0 0,0 0 0 0 0,0 0 0 0 0,0 0 0 0 0,0 1 0 0 0,0-1 0 0 0,1 1 0 0 0,-1-1 1 0 0,0 5-1 0 0,2-4-14 0 0,-1 1 0 0 0,1-1 1 0 0,0 0-1 0 0,0 0 1 0 0,1 1-1 0 0,-1-1 0 0 0,1 0 1 0 0,0 0-1 0 0,0 0 0 0 0,0 0 1 0 0,1 0-1 0 0,-1 0 0 0 0,1 0 1 0 0,0 0-1 0 0,0-1 1 0 0,3 4-1 0 0,11 16-111 0 0,2-1 0 0 0,33 31 0 0 0,-24-25 129 0 0,29 29-14 0 0,100 109-83 0 0,-119-123 61 0 0,61 95-1 0 0,-91-128 8 0 0,-1 1 0 0 0,-1 0-1 0 0,0 0 1 0 0,0 0 0 0 0,5 22-1 0 0,-9-30 19 0 0,0 1-1 0 0,-1-1 1 0 0,0 0-1 0 0,1 0 1 0 0,-1 0 0 0 0,0 1-1 0 0,-1-1 1 0 0,1 0-1 0 0,0 0 1 0 0,-1 0-1 0 0,0 0 1 0 0,0 0 0 0 0,0 0-1 0 0,0 0 1 0 0,0 0-1 0 0,-1 0 1 0 0,1 0-1 0 0,-1 0 1 0 0,0-1 0 0 0,1 1-1 0 0,-1-1 1 0 0,-1 1-1 0 0,1-1 1 0 0,0 0-1 0 0,0 0 1 0 0,-1 0 0 0 0,-3 2-1 0 0,-3 1 17 0 0,0 0-1 0 0,0-1 0 0 0,-1 0 1 0 0,1 0-1 0 0,-1-1 0 0 0,0-1 1 0 0,0 0-1 0 0,0 0 1 0 0,-1-1-1 0 0,1 0 0 0 0,0-1 1 0 0,0 0-1 0 0,-1 0 0 0 0,1-1 1 0 0,-13-3-1 0 0,9 1 142 0 0,1 0 0 0 0,0-1 0 0 0,0 0 0 0 0,0-1 0 0 0,1-1 0 0 0,0 0 1 0 0,0 0-1 0 0,0-1 0 0 0,1-1 0 0 0,0 0 0 0 0,-11-10 0 0 0,17 12-106 0 0,0 1 1 0 0,0-1 0 0 0,0 0-1 0 0,1 0 1 0 0,0 0 0 0 0,0-1-1 0 0,1 1 1 0 0,0-1-1 0 0,0 0 1 0 0,0 0 0 0 0,1 0-1 0 0,0 0 1 0 0,0-1 0 0 0,1 1-1 0 0,0 0 1 0 0,0-1-1 0 0,1 1 1 0 0,0-1 0 0 0,0 1-1 0 0,1-1 1 0 0,2-11-1 0 0,1 4 43 0 0,0 1 0 0 0,1 0 0 0 0,0 0 0 0 0,1 0-1 0 0,1 0 1 0 0,0 1 0 0 0,1 0 0 0 0,0 1-1 0 0,19-22 1 0 0,1 5-275 0 0,1 1 0 0 0,1 1 1 0 0,1 1-1 0 0,55-33 0 0 0,-16 17-1348 0 0,96-41 1 0 0,-133 68-5279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9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19351 0 0,'4'3'1720'0'0,"0"0"-1376"0"0,-1-1-280 0 0,-1 0-64 0 0,0-1 320 0 0,2 1 40 0 0,1 3 16 0 0,5 1 0 0 0,3 2-376 0 0,1 3-128 0 0,2 1 0 0 0,-4 0 0 0 0,-3-1-1416 0 0,-3 1-280 0 0,-3-1-64 0 0,-4 1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9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44 111 5063 0 0,'-11'3'483'0'0,"-21"3"11708"0"0,41-11-9790 0 0,4-1-1238 0 0,33-8-640 0 0,78-11 0 0 0,51 4 311 0 0,-125 16-776 0 0,157-11 175 0 0,53-7-2354 0 0,-224 18-5535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9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18719 0 0,'0'3'151'0'0,"-1"-1"-1"0"0,1 1 1 0 0,0 0-1 0 0,0 0 1 0 0,0 0-1 0 0,0-1 1 0 0,0 1-1 0 0,1 0 1 0 0,-1 0-1 0 0,1-1 1 0 0,0 1-1 0 0,0 0 0 0 0,0-1 1 0 0,0 1-1 0 0,0 0 1 0 0,1-1-1 0 0,-1 0 1 0 0,1 1-1 0 0,-1-1 1 0 0,1 0-1 0 0,4 4 1 0 0,0 0-288 0 0,1-1 1 0 0,0 0-1 0 0,8 5 0 0 0,20 13-594 0 0,-33-21 789 0 0,0 0 0 0 0,0 0 0 0 0,0 0 0 0 0,0 0-1 0 0,0 0 1 0 0,-1 0 0 0 0,1 1 0 0 0,-1-1 0 0 0,1 0 0 0 0,-1 1 0 0 0,2 4 0 0 0,-3-6-66 0 0,0 0 0 0 0,0 1 0 0 0,0-1 0 0 0,0 0 0 0 0,0 1 0 0 0,0-1 0 0 0,0 0 0 0 0,0 0 0 0 0,-1 1 1 0 0,1-1-1 0 0,0 0 0 0 0,-1 0 0 0 0,1 1 0 0 0,-2 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0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 7367 0 0,'9'43'1388'0'0,"21"56"11011"0"0,-8-39-12116 0 0,-5-10 26 0 0,15 76 0 0 0,-12-6-4727 0 0,-17-72 978 0 0,-2-56 2637 0 0,1 0 0 0 0,-1 0 0 0 0,6-12 0 0 0,-2 2-223 0 0,27-76-833 0 0,-21 67 2700 0 0,20-33 0 0 0,-18 38 261 0 0,1 1 0 0 0,1 1-1 0 0,0 0 1 0 0,2 1 0 0 0,33-29 0 0 0,-25 28-324 0 0,1 1 0 0 0,0 1 0 0 0,1 2 0 0 0,1 1 0 0 0,47-19 1 0 0,-33 19-401 0 0,1 1 0 0 0,1 2 0 0 0,60-8 0 0 0,-77 17-236 0 0,1 1 0 0 0,0 1-1 0 0,0 2 1 0 0,-1 0 0 0 0,51 10 0 0 0,-55-6 32 0 0,-1 1 0 0 0,0 1 1 0 0,0 1-1 0 0,-1 0 0 0 0,0 2 1 0 0,0 1-1 0 0,26 18 0 0 0,-37-22-179 0 0,0 1 0 0 0,0 1 0 0 0,-1 0-1 0 0,-1 0 1 0 0,1 0 0 0 0,-2 1 0 0 0,1 1 0 0 0,-1-1-1 0 0,-1 1 1 0 0,0 0 0 0 0,0 0 0 0 0,-1 1 0 0 0,-1 0-1 0 0,0 0 1 0 0,0 0 0 0 0,-1 0 0 0 0,-1 1 0 0 0,0-1-1 0 0,-1 1 1 0 0,0-1 0 0 0,-1 1 0 0 0,0 0 0 0 0,-1-1-1 0 0,0 1 1 0 0,-1-1 0 0 0,-1 1 0 0 0,0-1 0 0 0,-1 0-1 0 0,-9 21 1 0 0,7-19-381 0 0,-1-2 1 0 0,-1 1-1 0 0,0-1 0 0 0,-1 0 1 0 0,0 0-1 0 0,-1-1 1 0 0,-12 11-1 0 0,-4 0-7409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0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 9671 0 0,'0'-1'197'0'0,"0"0"-1"0"0,0 1 1 0 0,1-1-1 0 0,-1 0 1 0 0,0 1-1 0 0,1-1 1 0 0,-1 1-1 0 0,0-1 1 0 0,1 0-1 0 0,-1 1 1 0 0,1-1-1 0 0,-1 1 0 0 0,1-1 1 0 0,-1 1-1 0 0,1-1 1 0 0,-1 1-1 0 0,1 0 1 0 0,-1-1-1 0 0,1 1 1 0 0,0 0-1 0 0,-1-1 1 0 0,1 1-1 0 0,0 0 1 0 0,20-7 3089 0 0,-15 5-2881 0 0,8-1 13 0 0,0 0 0 0 0,0 0 0 0 0,1 1 0 0 0,-1 1 0 0 0,1 0 1 0 0,-1 2-1 0 0,1-1 0 0 0,-1 2 0 0 0,1-1 0 0 0,-1 2 0 0 0,28 8 0 0 0,-40-10-421 0 0,-1-1-1 0 0,1 1 1 0 0,-1 0-1 0 0,1-1 1 0 0,-1 1-1 0 0,0 0 1 0 0,1 0-1 0 0,-1 0 1 0 0,0 0-1 0 0,1 0 1 0 0,-1 0-1 0 0,0 0 1 0 0,0 0-1 0 0,0 1 1 0 0,0-1-1 0 0,0 0 1 0 0,0 1-1 0 0,-1-1 1 0 0,1 0-1 0 0,0 1 1 0 0,-1-1-1 0 0,1 1 1 0 0,-1 0-1 0 0,1-1 1 0 0,-1 1-1 0 0,0-1 0 0 0,0 1 1 0 0,1-1-1 0 0,-1 1 1 0 0,0 0-1 0 0,-1-1 1 0 0,1 1-1 0 0,0-1 1 0 0,-1 4-1 0 0,-2 5-34 0 0,0-1 0 0 0,-1 0 0 0 0,0 0 0 0 0,-9 16-1 0 0,-1 1 1 0 0,12-21-1 0 0,0-1 79 0 0,0 0 1 0 0,0 1-1 0 0,1-1 0 0 0,0 0 1 0 0,-1 6-1 0 0,2-9-21 0 0,0-1 1 0 0,0 1 0 0 0,0 0-1 0 0,0-1 1 0 0,0 1 0 0 0,0 0-1 0 0,0 0 1 0 0,0-1 0 0 0,0 1-1 0 0,0 0 1 0 0,0-1 0 0 0,1 1-1 0 0,-1 0 1 0 0,0-1-1 0 0,1 1 1 0 0,-1-1 0 0 0,0 1-1 0 0,1 0 1 0 0,-1-1 0 0 0,1 1-1 0 0,-1-1 1 0 0,1 1 0 0 0,-1-1-1 0 0,1 1 1 0 0,-1-1-1 0 0,1 0 1 0 0,-1 1 0 0 0,1-1-1 0 0,0 0 1 0 0,-1 1 0 0 0,1-1-1 0 0,-1 0 1 0 0,1 0 0 0 0,0 1-1 0 0,-1-1 1 0 0,1 0 0 0 0,0 0-1 0 0,0 0 1 0 0,-1 0-1 0 0,2 0 1 0 0,5 0-231 0 0,1 0-1 0 0,-1-1 1 0 0,0 0 0 0 0,0 0-1 0 0,1-1 1 0 0,-1 0 0 0 0,0 0-1 0 0,-1 0 1 0 0,12-6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1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1 15663 0 0,'0'2'4626'0'0,"-4"13"-3928"0"0,-4 5-623 0 0,0-1 0 0 0,-2 1 0 0 0,-20 32 0 0 0,-45 50-824 0 0,48-67 590 0 0,-95 124-133 0 0,121-157 295 0 0,0-1 1 0 0,0 0-1 0 0,0 1 0 0 0,0-1 0 0 0,0 1 0 0 0,0 0 1 0 0,1-1-1 0 0,-1 1 0 0 0,0 0 0 0 0,1-1 0 0 0,0 1 0 0 0,-1 0 1 0 0,1 0-1 0 0,0 0 0 0 0,0-1 0 0 0,0 4 0 0 0,0-4 4 0 0,1 1 0 0 0,-1-1 0 0 0,1 0 0 0 0,0 0 0 0 0,0 1 0 0 0,-1-1 0 0 0,1 0 0 0 0,0 0 0 0 0,0 0 0 0 0,0 0 0 0 0,0 0 0 0 0,0 0 0 0 0,0-1 0 0 0,1 1 0 0 0,-1 0 0 0 0,0 0 0 0 0,0-1 0 0 0,0 1 0 0 0,1-1 0 0 0,-1 1 0 0 0,3 0 0 0 0,11 3 137 0 0,1 0 0 0 0,-1-1-1 0 0,1 0 1 0 0,30 0 0 0 0,64-6 360 0 0,227-33 45 0 0,-302 29-659 0 0,54-16 0 0 0,-75 18-3069 0 0,21-11 0 0 0,-17 5-3487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2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4 4607 0 0,'-2'-1'410'0'0,"-1"0"0"0"0,1 1 0 0 0,-1-1 0 0 0,1 1-1 0 0,0 0 1 0 0,-1 0 0 0 0,1 0 0 0 0,-1 0 0 0 0,1 0-1 0 0,-1 0 1 0 0,1 1 0 0 0,-1-1 0 0 0,1 1 0 0 0,0-1 0 0 0,-1 1-1 0 0,1 0 1 0 0,0 0 0 0 0,-1 0 0 0 0,1 0 0 0 0,0 1-1 0 0,0-1 1 0 0,0 1 0 0 0,0-1 0 0 0,-2 3 0 0 0,-1 1 60 0 0,0 0 1 0 0,-1 1 0 0 0,2 0 0 0 0,-1 0 0 0 0,1 0 0 0 0,-7 12 0 0 0,2 2-100 0 0,1 0 0 0 0,1 1 1 0 0,-9 38-1 0 0,-3 68 198 0 0,14-92-403 0 0,-11 82 137 0 0,-21 175-128 0 0,36-284-297 0 0,0 2-206 0 0,0 0-1 0 0,0 0 0 0 0,2 0 0 0 0,1 19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2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6911 0 0,'55'12'12093'0'0,"0"-3"-8503"0"0,68 17-3516 0 0,-115-24-71 0 0,13 4 2 0 0,25 10 0 0 0,-41-14-6 0 0,0 0-1 0 0,0 0 0 0 0,-1 1 1 0 0,1 0-1 0 0,-1 0 0 0 0,0 0 1 0 0,1 0-1 0 0,-1 1 0 0 0,-1 0 1 0 0,7 6-1 0 0,-9-7-30 0 0,0-1 1 0 0,0 0-1 0 0,0 0 0 0 0,-1 0 0 0 0,1 1 0 0 0,-1-1 0 0 0,1 0 1 0 0,-1 1-1 0 0,0-1 0 0 0,1 1 0 0 0,-1-1 0 0 0,-1 0 1 0 0,1 1-1 0 0,0-1 0 0 0,0 1 0 0 0,-1-1 0 0 0,0 0 1 0 0,1 0-1 0 0,-1 1 0 0 0,0-1 0 0 0,0 0 0 0 0,0 0 1 0 0,0 0-1 0 0,-2 3 0 0 0,-4 5-177 0 0,0 1 1 0 0,-1-1-1 0 0,-10 11 1 0 0,16-19 167 0 0,-9 10-222 0 0,-1-1 0 0 0,-1 0 0 0 0,1 0 0 0 0,-2-2 0 0 0,1 1 0 0 0,-28 12 1 0 0,26-17-90 0 0,13-4 258 0 0,0-1 0 0 0,-1 1 1 0 0,1 0-1 0 0,0-1 1 0 0,0 1-1 0 0,0 0 0 0 0,0 0 1 0 0,0 1-1 0 0,0-1 0 0 0,0 0 1 0 0,0 1-1 0 0,-2 1 0 0 0,5-2 83 0 0,-1-1-1 0 0,0 1 0 0 0,0-1 1 0 0,1 1-1 0 0,-1-1 1 0 0,0 0-1 0 0,1 1 0 0 0,-1-1 1 0 0,1 1-1 0 0,-1-1 0 0 0,0 0 1 0 0,1 0-1 0 0,-1 1 1 0 0,1-1-1 0 0,-1 0 0 0 0,1 0 1 0 0,-1 1-1 0 0,1-1 1 0 0,-1 0-1 0 0,1 0 0 0 0,-1 0 1 0 0,1 0-1 0 0,0 0 1 0 0,16 5 115 0 0,80 16 948 0 0,-62-15-493 0 0,0 1-1 0 0,-1 2 1 0 0,61 25-1 0 0,-94-34-491 0 0,0 0 1 0 0,0 1-1 0 0,0-1 0 0 0,0 1 1 0 0,0 0-1 0 0,0-1 0 0 0,0 1 1 0 0,-1 0-1 0 0,1 0 0 0 0,0-1 0 0 0,0 1 1 0 0,-1 0-1 0 0,1 0 0 0 0,0 0 1 0 0,-1 0-1 0 0,1 0 0 0 0,-1 0 0 0 0,1 0 1 0 0,-1 0-1 0 0,1 0 0 0 0,-1 2 1 0 0,0-1-13 0 0,0-1 0 0 0,0 1 0 0 0,0 0 0 0 0,0 0 0 0 0,0 0 1 0 0,-1 0-1 0 0,1 0 0 0 0,-1-1 0 0 0,1 1 0 0 0,-1 0 0 0 0,-1 3 1 0 0,-2 2 13 0 0,-1-1 0 0 0,1 1 0 0 0,-1-1 0 0 0,-11 11 0 0 0,-14 10-99 0 0,0-2 0 0 0,-49 30 0 0 0,17-12-1888 0 0,29-19-5690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2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17503 0 0,'2'2'1712'0'0,"0"2"-1520"0"0,1 1-192 0 0,1 0 0 0 0,1 0 0 0 0,1 0 0 0 0,4 5-144 0 0,8 5 24 0 0,7 4 8 0 0,4 2-848 0 0,3-3-176 0 0,2-4-32 0 0,-4-5-8 0 0,-3-3 928 0 0,-5-7 248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3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1 9215 0 0,'-4'4'5654'0'0,"-10"2"-3217"0"0,9-4-1618 0 0,-107 59 1386 0 0,-142 92-7817 0 0,239-144 5483 0 0,-133 84-728 0 0,109-71 1170 0 0,-80 32 1 0 0,105-49 2566 0 0,29-10 562 0 0,123-33-2424 0 0,84-21-619 0 0,-153 44-398 0 0,5-2-393 0 0,75-26 0 0 0,-128 34-1421 0 0,-1-2-5258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3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 14279 0 0,'-7'14'1272'0'0,"1"-2"-1016"0"0,4-2-256 0 0,1-5 0 0 0,0 0 784 0 0,0 4 112 0 0,-1 8 16 0 0,-3 8 8 0 0,1 5-1040 0 0,1 1-200 0 0,2-3-48 0 0,3-8-8 0 0,3-7-1672 0 0,1-5-328 0 0,4-7-72 0 0,0-7-16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3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0 10135 0 0,'0'4'896'0'0,"0"1"-712"0"0,0-3-184 0 0,-1 3 1344 0 0,1-1 240 0 0,-1 7 48 0 0,0 6 0 0 0,-1 6-872 0 0,0 3-184 0 0,-2 0-32 0 0,-1 1 0 0 0,-1-1-880 0 0,0 0-176 0 0,-2 1-32 0 0,-4-1-6888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3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2 234 17503 0 0,'0'0'49'0'0,"0"1"0"0"0,0-1 0 0 0,0 0 0 0 0,-1 0 1 0 0,1 1-1 0 0,0-1 0 0 0,0 0 0 0 0,0 0 0 0 0,0 1 0 0 0,0-1 0 0 0,0 0 0 0 0,0 0 0 0 0,0 1 0 0 0,0-1 0 0 0,0 0 0 0 0,0 1 0 0 0,0-1 0 0 0,0 0 0 0 0,0 0 0 0 0,0 1 1 0 0,0-1-1 0 0,0 0 0 0 0,0 0 0 0 0,0 1 0 0 0,1-1 0 0 0,-1 0 0 0 0,0 0 0 0 0,0 1 0 0 0,0-1 0 0 0,0 0 0 0 0,1 0 0 0 0,-1 1 0 0 0,0-1 0 0 0,0 0 0 0 0,0 0 0 0 0,1 0 0 0 0,-1 0 1 0 0,0 1-1 0 0,0-1 0 0 0,1 0 0 0 0,-1 0 0 0 0,0 0 0 0 0,1 0 0 0 0,19 6 656 0 0,24-4-510 0 0,-7-3-127 0 0,0-2 0 0 0,50-11-1 0 0,74-23 32 0 0,-110 23-100 0 0,203-46 637 0 0,426-44 0 0 0,-423 86-1753 0 0,-242 17 274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4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10135 0 0,'2'2'896'0'0,"2"0"-712"0"0,1 0-184 0 0,-1-2 0 0 0,3 0 800 0 0,2 0 120 0 0,6 3 24 0 0,8-1 8 0 0,10-1-1016 0 0,8-2-208 0 0,4-3-40 0 0,0-2-8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4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 1 18887 0 0,'-4'9'832'0'0,"-1"0"184"0"0,0-1-816 0 0,1-1-200 0 0,1-2 0 0 0,1-2 0 0 0,-2 2 64 0 0,-3 4-64 0 0,-5 6 0 0 0,-6 6 64 0 0,-7 5-1112 0 0,-8 2-224 0 0,-4 2-40 0 0,-4-1-16 0 0,-2-2 1080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4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17967 0 0,'8'14'800'0'0,"-1"-3"160"0"0,0 2-768 0 0,-1-4-192 0 0,-1-1 0 0 0,0-2 0 0 0,3 1-568 0 0,4 8-144 0 0,7 7-32 0 0,8 7-8 0 0,1 2 272 0 0,0-5 64 0 0,-4-4 0 0 0,-4-6 8 0 0,-2-4-1184 0 0,-5-5-232 0 0,-2-5-56 0 0,-2-2-8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4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4 223 2759 0 0,'-2'-7'84'0'0,"1"0"-1"0"0,1 1 0 0 0,-1-1 1 0 0,1 0-1 0 0,0 0 0 0 0,1 0 1 0 0,-1 1-1 0 0,2-1 0 0 0,-1 0 1 0 0,1 1-1 0 0,4-13 0 0 0,-2 11 286 0 0,0-1-1 0 0,0 0 0 0 0,1 1 0 0 0,1 0 1 0 0,-1 0-1 0 0,1 0 0 0 0,1 1 1 0 0,-1 0-1 0 0,13-10 0 0 0,-12 12 244 0 0,0 0-1 0 0,0 1 1 0 0,1 0 0 0 0,-1 0-1 0 0,1 1 1 0 0,0 0 0 0 0,0 0-1 0 0,0 1 1 0 0,0 0 0 0 0,1 0-1 0 0,11 0 1 0 0,4 0 341 0 0,0 2-1 0 0,1 1 1 0 0,-1 0-1 0 0,0 2 1 0 0,24 6 0 0 0,-31-5-724 0 0,0 1 1 0 0,0 0-1 0 0,-1 2 1 0 0,1 0-1 0 0,-2 0 1 0 0,1 2-1 0 0,22 15 1 0 0,-31-19-181 0 0,0 1 0 0 0,-1 0 0 0 0,0 0 0 0 0,0 1 0 0 0,0 0 0 0 0,-1 0 0 0 0,0 0 0 0 0,0 1 0 0 0,-1-1 0 0 0,5 13 0 0 0,-6-14-312 0 0,-1 1 1 0 0,0 0-1 0 0,-1 0 1 0 0,0 0-1 0 0,1 11 1 0 0,-1-12-669 0 0,-2 1 0 0 0,1-1 1 0 0,-1 0-1 0 0,0 1 1 0 0,0-1-1 0 0,-4 10 0 0 0,-4 6-5437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34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1375 0 0,'2'-2'424'0'0,"-1"0"0"0"0,1 0 0 0 0,0 0-1 0 0,1 0 1 0 0,-1 0 0 0 0,0 1-1 0 0,0-1 1 0 0,1 1 0 0 0,-1 0-1 0 0,5-2 1 0 0,28-9 2864 0 0,-28 10-2933 0 0,10-3 975 0 0,1 1-1 0 0,18-3 1 0 0,-28 6-1046 0 0,-1 1 1 0 0,0-1-1 0 0,1 1 0 0 0,-1 1 1 0 0,0 0-1 0 0,1 0 1 0 0,-1 0-1 0 0,7 2 0 0 0,-13-2-295 0 0,1 0 0 0 0,-1-1 1 0 0,1 1-1 0 0,-1 0 0 0 0,0 0 0 0 0,0 0 0 0 0,0 0 0 0 0,1 0 0 0 0,-1 0 0 0 0,0 0 0 0 0,0 0 0 0 0,0 0 0 0 0,0 1 0 0 0,-1-1 1 0 0,1 0-1 0 0,0 1 0 0 0,-1-1 0 0 0,1 0 0 0 0,0 1 0 0 0,-1-1 0 0 0,0 1 0 0 0,1-1 0 0 0,-1 1 0 0 0,0-1 0 0 0,0 1 1 0 0,0-1-1 0 0,0 1 0 0 0,0-1 0 0 0,0 1 0 0 0,0 0 0 0 0,0-1 0 0 0,-1 1 0 0 0,0 1 0 0 0,-1 7-98 0 0,-1-1 0 0 0,0 1 0 0 0,-8 16-1 0 0,8-20 150 0 0,-9 20 319 0 0,-11 25 465 0 0,21-45-634 0 0,1 0-1 0 0,-1 0 1 0 0,1-1 0 0 0,0 1-1 0 0,0 0 1 0 0,0 12 0 0 0,1-17-118 0 0,0 1 0 0 0,1 0-1 0 0,-1 0 1 0 0,0 0 0 0 0,1-1 0 0 0,-1 1 0 0 0,1 0-1 0 0,0 0 1 0 0,0-1 0 0 0,0 1 0 0 0,0 0 0 0 0,0-1-1 0 0,0 1 1 0 0,0-1 0 0 0,0 0 0 0 0,0 1 0 0 0,1-1-1 0 0,-1 0 1 0 0,0 1 0 0 0,1-1 0 0 0,-1 0 0 0 0,1 0-1 0 0,0 0 1 0 0,-1-1 0 0 0,1 1 0 0 0,0 0 0 0 0,-1-1-1 0 0,1 1 1 0 0,0-1 0 0 0,0 1 0 0 0,3-1 0 0 0,1 1 18 0 0,0 0-1 0 0,0-1 1 0 0,0 0 0 0 0,0 0 0 0 0,0-1 0 0 0,0 0 0 0 0,0 0 0 0 0,9-3 0 0 0,6-3-52 0 0,-1-2 1 0 0,-1 0 0 0 0,0-2-1 0 0,28-18 1 0 0,-5 0-454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5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2862 1 13359 0 0,'-13'6'401'0'0,"0"0"-1"0"0,1 1 1 0 0,0 1-1 0 0,0 0 1 0 0,-14 13-1 0 0,3-3-219 0 0,-292 255-111 0 0,19 27-280 0 0,220-221 198 0 0,-244 253-58 0 0,-319 326 235 0 0,-184 208 4407 0 0,679-697-3544 0 0,109-123-754 0 0,-53 91 1 0 0,85-131-447 0 0,1-4 4 0 0,1 0-1 0 0,0-1 1 0 0,0 1-1 0 0,0 0 1 0 0,0 1-1 0 0,0-1 0 0 0,0 0 1 0 0,0 0-1 0 0,1 0 1 0 0,-1 0-1 0 0,1 5 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4:25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11975 0 0,'3'0'121'0'0,"5"0"78"0"0,-1 0-1 0 0,1 1 1 0 0,-1 0 0 0 0,1 0-1 0 0,-1 0 1 0 0,1 1 0 0 0,-1 0 0 0 0,0 0-1 0 0,0 1 1 0 0,0 0 0 0 0,9 5 0 0 0,149 111 4943 0 0,-119-81-4896 0 0,-3 2 1 0 0,-1 2-1 0 0,43 55 1 0 0,-34-26-249 0 0,-2 2 1 0 0,-4 2-1 0 0,58 132 1 0 0,75 256-37 0 0,-108-269 32 0 0,34 78 946 0 0,156 290-1 0 0,5-45-587 0 0,-239-457-2864 0 0,-15-31-4847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5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3 152 14743 0 0,'0'-1'54'0'0,"-1"0"1"0"0,1 1-1 0 0,0-1 0 0 0,-1 0 0 0 0,1 0 0 0 0,0 0 1 0 0,0 0-1 0 0,0 1 0 0 0,0-1 0 0 0,0 0 0 0 0,0 0 1 0 0,0 0-1 0 0,0 0 0 0 0,0 0 0 0 0,0 0 0 0 0,0 1 1 0 0,0-1-1 0 0,0 0 0 0 0,1 0 0 0 0,-1 0 0 0 0,0 0 1 0 0,1 1-1 0 0,-1-1 0 0 0,1 0 0 0 0,-1 0 0 0 0,1 1 1 0 0,-1-1-1 0 0,1 0 0 0 0,-1 1 0 0 0,1-1 0 0 0,0 1 1 0 0,-1-1-1 0 0,1 0 0 0 0,0 1 0 0 0,0 0 0 0 0,-1-1 1 0 0,1 1-1 0 0,0-1 0 0 0,1 1 0 0 0,27-23 646 0 0,-17 14-426 0 0,20-14 0 0 0,-10 12-245 0 0,-1 1 0 0 0,1 1 0 0 0,0 1 0 0 0,1 0-1 0 0,0 2 1 0 0,0 1 0 0 0,1 1 0 0 0,0 1 0 0 0,-1 1-1 0 0,1 1 1 0 0,0 1 0 0 0,0 1 0 0 0,-1 1 0 0 0,1 1 0 0 0,0 1-1 0 0,-1 1 1 0 0,0 1 0 0 0,0 1 0 0 0,-1 2 0 0 0,35 16 0 0 0,-52-22-80 0 0,0 0 0 0 0,0 0 1 0 0,0 1-1 0 0,0 0 1 0 0,0-1-1 0 0,-1 2 1 0 0,0-1-1 0 0,0 0 0 0 0,7 10 1 0 0,-9-11-8 0 0,-1 1 0 0 0,1-1 0 0 0,-1 1 0 0 0,0-1 0 0 0,1 1 0 0 0,-2-1 0 0 0,1 1 0 0 0,0 0 0 0 0,-1-1 0 0 0,0 1 0 0 0,0 0 0 0 0,0 0 0 0 0,0-1 0 0 0,0 1 0 0 0,-1 0 0 0 0,0-1 0 0 0,-1 5 0 0 0,-1 3-90 0 0,-2 0 0 0 0,1 1-1 0 0,-2-1 1 0 0,1-1-1 0 0,-1 1 1 0 0,-14 16 0 0 0,-49 52-344 0 0,21-32 389 0 0,-93 67 0 0 0,51-43 367 0 0,88-70-257 0 0,-123 106 350 0 0,98-82-49 0 0,1 2 0 0 0,-32 43 0 0 0,55-66-213 0 0,0 1-1 0 0,0-1 1 0 0,1 0 0 0 0,-1 1-1 0 0,1-1 1 0 0,0 1 0 0 0,1 0-1 0 0,-1 0 1 0 0,1 0 0 0 0,-2 9-1 0 0,3-11-68 0 0,0-1 0 0 0,1 0 0 0 0,-1 1-1 0 0,0-1 1 0 0,1 0 0 0 0,-1 1 0 0 0,1-1 0 0 0,-1 0 0 0 0,1 0-1 0 0,0 1 1 0 0,0-1 0 0 0,0 0 0 0 0,0 0 0 0 0,1 0 0 0 0,-1 0-1 0 0,1 0 1 0 0,-1 0 0 0 0,1-1 0 0 0,-1 1 0 0 0,1-1 0 0 0,0 1-1 0 0,0-1 1 0 0,0 1 0 0 0,4 1 0 0 0,1 1 19 0 0,0-1 0 0 0,0-1 1 0 0,0 1-1 0 0,0-1 0 0 0,1 0 0 0 0,-1-1 1 0 0,1 0-1 0 0,-1 0 0 0 0,1 0 0 0 0,0-1 0 0 0,-1-1 1 0 0,1 1-1 0 0,10-3 0 0 0,10-2 194 0 0,0-2-1 0 0,32-13 0 0 0,-47 16-225 0 0,52-19-2095 0 0,-2-2-1 0 0,90-50 0 0 0,-99 41-3869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6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136 132 4159 0 0,'-24'22'460'0'0,"13"-11"-471"0"0,-1 0 0 0 0,-12 17 0 0 0,15-16 354 0 0,1 1 0 0 0,1 0 0 0 0,0 1 0 0 0,1 0 0 0 0,1 0 0 0 0,0 0 0 0 0,0 1 0 0 0,2 0 0 0 0,-4 28 0 0 0,5-24 178 0 0,1-1-1 0 0,1 1 0 0 0,1 0 0 0 0,0-1 0 0 0,2 1 1 0 0,0 0-1 0 0,9 29 0 0 0,-10-41-316 0 0,1 1-1 0 0,0-1 1 0 0,1 0-1 0 0,-1 0 1 0 0,1-1-1 0 0,1 1 1 0 0,-1-1 0 0 0,1 0-1 0 0,0 0 1 0 0,1 0-1 0 0,-1-1 1 0 0,1 1-1 0 0,0-1 1 0 0,1-1 0 0 0,-1 1-1 0 0,1-1 1 0 0,10 5-1 0 0,-7-6-43 0 0,0 1 0 0 0,0-1-1 0 0,0 0 1 0 0,0-1 0 0 0,1-1-1 0 0,-1 1 1 0 0,1-1 0 0 0,-1-1-1 0 0,1 0 1 0 0,-1-1 0 0 0,1 0-1 0 0,16-4 1 0 0,-10 1-75 0 0,1-1 0 0 0,-1-1 0 0 0,0 0-1 0 0,-1-1 1 0 0,0-1 0 0 0,0-1 0 0 0,-1 0 0 0 0,0-1 0 0 0,24-20 0 0 0,-30 22 25 0 0,-1 0-1 0 0,0-1 1 0 0,-1 1 0 0 0,0-2 0 0 0,0 1 0 0 0,-1-1 0 0 0,0 0-1 0 0,0 0 1 0 0,-1-1 0 0 0,-1 1 0 0 0,0-1 0 0 0,0 0 0 0 0,-1 0-1 0 0,0-1 1 0 0,-1 1 0 0 0,0-13 0 0 0,-1 4 86 0 0,-1 0 1 0 0,-2 0 0 0 0,0 0-1 0 0,-1 0 1 0 0,-1 1-1 0 0,0-1 1 0 0,-2 1-1 0 0,0 0 1 0 0,-1 1 0 0 0,-1-1-1 0 0,-19-31 1 0 0,20 39-292 0 0,-1 0 0 0 0,0 1 0 0 0,-1 0 0 0 0,0 0 0 0 0,-1 1 0 0 0,0 0 0 0 0,0 1 0 0 0,-13-9 0 0 0,14 12-349 0 0,0 0 0 0 0,-1 0 0 0 0,0 1 0 0 0,0 0-1 0 0,0 1 1 0 0,0 0 0 0 0,-1 1 0 0 0,1 0 0 0 0,-1 0 0 0 0,-20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6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7 919 0 0,'16'-2'256'0'0,"39"-3"-549"0"0,-48 5 1177 0 0,1 1-1 0 0,14 2 1 0 0,69 11 4439 0 0,13 2-1610 0 0,-90-12-3237 0 0,0 0 1 0 0,0 0 0 0 0,-1 1 0 0 0,1 1 0 0 0,14 9 0 0 0,-23-13-381 0 0,-1 2 1 0 0,1-1-1 0 0,-1 0 0 0 0,0 1 1 0 0,1 0-1 0 0,-2 0 0 0 0,1 0 0 0 0,0 1 1 0 0,-1-1-1 0 0,0 1 0 0 0,0-1 1 0 0,0 1-1 0 0,-1 0 0 0 0,0 1 1 0 0,3 8-1 0 0,-3-5-6 0 0,0 0 0 0 0,-1 0-1 0 0,0 0 1 0 0,0 0 0 0 0,-1 0 0 0 0,-1 1 0 0 0,1-1-1 0 0,-5 17 1 0 0,-7 23 22 0 0,-25 65-1 0 0,-1 1-618 0 0,36-110 487 0 0,1 0-1 0 0,0 0 0 0 0,0 0 1 0 0,0 0-1 0 0,1 0 1 0 0,0 0-1 0 0,0 0 0 0 0,0 0 1 0 0,0 0-1 0 0,1 0 0 0 0,0 0 1 0 0,3 9-1 0 0,-3-11 19 0 0,1 0 0 0 0,0 1-1 0 0,0-1 1 0 0,0 0 0 0 0,0 0-1 0 0,0 0 1 0 0,1-1 0 0 0,-1 1 0 0 0,1 0-1 0 0,0-1 1 0 0,0 0 0 0 0,0 1-1 0 0,0-1 1 0 0,0 0 0 0 0,0-1-1 0 0,1 1 1 0 0,6 2 0 0 0,0-1-96 0 0,1 0-1 0 0,-1-1 1 0 0,1 0 0 0 0,-1-1 0 0 0,1 0 0 0 0,0-1-1 0 0,0 0 1 0 0,15-2 0 0 0,3-3-469 0 0,53-14-1 0 0,-46 7-769 0 0,2-2-3686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6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65 2743 0 0,'-2'-6'132'0'0,"1"4"-98"0"0,0-1 0 0 0,0 1-1 0 0,0-1 1 0 0,1 0-1 0 0,-1 1 1 0 0,1-1-1 0 0,-1 1 1 0 0,1-4-1 0 0,0 5 162 0 0,1 0-1 0 0,-1 0 1 0 0,0 0 0 0 0,1 0-1 0 0,-1-1 1 0 0,1 1-1 0 0,-1 0 1 0 0,1 0 0 0 0,0 0-1 0 0,-1 0 1 0 0,1 1-1 0 0,0-1 1 0 0,0 0-1 0 0,0 0 1 0 0,0 0 0 0 0,0 0-1 0 0,-1 1 1 0 0,1-1-1 0 0,0 1 1 0 0,1-1-1 0 0,1 0 1 0 0,1-1 366 0 0,0 0 0 0 0,1 0 0 0 0,-1 1 0 0 0,1-1 0 0 0,0 1 0 0 0,-1 0-1 0 0,1 1 1 0 0,8-1 0 0 0,-4 1-230 0 0,-1 1-1 0 0,1-1 0 0 0,-1 2 1 0 0,12 2-1 0 0,0 3-218 0 0,0 0 0 0 0,0 2 0 0 0,19 10 0 0 0,-39-18-110 0 0,19 8 35 0 0,-1 2 0 0 0,-1 0 1 0 0,25 19-1 0 0,-38-26-44 0 0,1 0 0 0 0,-1 1 0 0 0,0-1-1 0 0,-1 1 1 0 0,1 0 0 0 0,-1 0 0 0 0,1 0 0 0 0,-2 0 0 0 0,1 1-1 0 0,-1-1 1 0 0,1 1 0 0 0,-1-1 0 0 0,-1 1 0 0 0,1 0 0 0 0,-1 0-1 0 0,1 10 1 0 0,-2-4-13 0 0,-1 1 1 0 0,0-1-1 0 0,0 1 0 0 0,-1-1 0 0 0,-1 0 0 0 0,0 0 0 0 0,-7 16 1 0 0,-40 79 126 0 0,26-60 50 0 0,20-37-160 0 0,-3 2 185 0 0,1 1 0 0 0,1 0 0 0 0,0 0 0 0 0,-5 24 0 0 0,9-34-105 0 0,1 1-1 0 0,-1-1 0 0 0,1 0 1 0 0,0 0-1 0 0,0 0 0 0 0,0 1 1 0 0,1-1-1 0 0,-1 0 1 0 0,1 0-1 0 0,0 0 0 0 0,0 0 1 0 0,0 0-1 0 0,0 0 0 0 0,0 0 1 0 0,1 0-1 0 0,-1 0 0 0 0,1 0 1 0 0,0-1-1 0 0,-1 1 0 0 0,1-1 1 0 0,1 1-1 0 0,-1-1 0 0 0,0 0 1 0 0,1 0-1 0 0,-1 0 1 0 0,5 3-1 0 0,2 0 66 0 0,1 0-1 0 0,-1 0 1 0 0,1-1 0 0 0,0-1 0 0 0,1 0 0 0 0,-1 0-1 0 0,0-1 1 0 0,20 2 0 0 0,7-2-356 0 0,43-3 1 0 0,-69 1 25 0 0,36-3-1448 0 0,1-3-4452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7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11975 0 0,'12'-6'528'0'0,"-3"2"112"0"0,4-1-512 0 0,-1 2-128 0 0,-2 2 0 0 0,0 0 0 0 0,3 0 864 0 0,13-2 136 0 0,13 1 32 0 0,19-1 8 0 0,15 0-544 0 0,9 1-112 0 0,6 1-16 0 0,-2 1-8 0 0,2 0-360 0 0,-3 0-144 0 0,-1 0 8 0 0,0-1-7296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7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5063 0 0,'3'-1'255'0'0,"-1"-1"-1"0"0,1 0 0 0 0,0 1 0 0 0,0 0 1 0 0,0 0-1 0 0,0 0 0 0 0,0 0 1 0 0,0 0-1 0 0,0 0 0 0 0,1 1 0 0 0,-1 0 1 0 0,0-1-1 0 0,0 1 0 0 0,1 0 0 0 0,2 1 1 0 0,7 1 1654 0 0,0 0 0 0 0,18 7 0 0 0,-12-4-2350 0 0,24 6 1550 0 0,71 29 0 0 0,-101-34-1101 0 0,0 0 0 0 0,0 1 0 0 0,-1 0 0 0 0,0 1 0 0 0,0 0 0 0 0,0 1 0 0 0,-2 1 0 0 0,1 0 0 0 0,13 15 1 0 0,-22-21-53 0 0,1-1 0 0 0,-1 1 1 0 0,0 0-1 0 0,0 0 0 0 0,0 0 1 0 0,-1 0-1 0 0,1 0 0 0 0,-1 0 1 0 0,0 0-1 0 0,0 0 0 0 0,0 1 1 0 0,-1-1-1 0 0,1 7 0 0 0,-2-4-138 0 0,0 0 1 0 0,0 0-1 0 0,0 0 0 0 0,-1 0 0 0 0,0 0 0 0 0,0 0 0 0 0,-5 10 1 0 0,-5 3-296 0 0,0 0 0 0 0,-1-1 0 0 0,-30 35 0 0 0,2-9 116 0 0,21-24 304 0 0,1 1 0 0 0,0 1 0 0 0,-21 35 0 0 0,39-57 62 0 0,0 1 0 0 0,0-1-1 0 0,1 1 1 0 0,-1 0 0 0 0,0-1 0 0 0,1 1-1 0 0,-1 0 1 0 0,1-1 0 0 0,-1 1 0 0 0,1 0 0 0 0,0 0-1 0 0,0-1 1 0 0,0 1 0 0 0,0 0 0 0 0,0 0-1 0 0,0-1 1 0 0,0 1 0 0 0,1 0 0 0 0,-1 0 0 0 0,0-1-1 0 0,2 3 1 0 0,-1-2 13 0 0,0-1 1 0 0,0 1-1 0 0,1-1 0 0 0,-1 1 1 0 0,0-1-1 0 0,1 0 0 0 0,0 0 1 0 0,-1 0-1 0 0,1 1 0 0 0,0-2 1 0 0,-1 1-1 0 0,1 0 0 0 0,0 0 1 0 0,0 0-1 0 0,0-1 0 0 0,0 1 1 0 0,-1-1-1 0 0,5 1 0 0 0,8 1 217 0 0,1-1 0 0 0,0-1 0 0 0,0 0 0 0 0,0 0 0 0 0,-1-2 0 0 0,1 0 0 0 0,16-4 0 0 0,10-5-37 0 0,48-20 0 0 0,-49 15-935 0 0,-1-2 0 0 0,-1-1 1 0 0,0-2-1 0 0,-2-1 0 0 0,-1-3 0 0 0,0 0 0 0 0,-2-2 0 0 0,-1-2 0 0 0,41-46 0 0 0,-60 59 774 0 0,-8 9 209 0 0,0 0 0 0 0,1 0 0 0 0,0 1 0 0 0,16-9 1887 0 0,-21 22-1048 0 0,-1 7 57 0 0,0-13-1110 0 0,-2 20 386 0 0,-2 15-101 0 0,2 0 0 0 0,5 59 0 0 0,-2-83-327 0 0,1-1 1 0 0,0 0-1 0 0,1 1 0 0 0,1-1 1 0 0,-1 0-1 0 0,2 0 1 0 0,-1-1-1 0 0,2 1 1 0 0,-1-1-1 0 0,1 0 0 0 0,1-1 1 0 0,10 14-1 0 0,-8-15-21 0 0,-1 0 0 0 0,1-1 0 0 0,1 1 0 0 0,-1-2-1 0 0,1 1 1 0 0,1-2 0 0 0,-1 1 0 0 0,1-1 0 0 0,-1-1-1 0 0,2 0 1 0 0,-1 0 0 0 0,0-1 0 0 0,1-1 0 0 0,-1 0-1 0 0,1 0 1 0 0,20 0 0 0 0,-24-3 134 0 0,1 1 0 0 0,0-1 0 0 0,0 0 0 0 0,-1-1 0 0 0,1 0 0 0 0,-1 0 0 0 0,1-1 0 0 0,-1 0 0 0 0,0-1 0 0 0,8-4-1 0 0,-9 4 74 0 0,-2 0 0 0 0,1-1 0 0 0,0 1 0 0 0,-1-1 0 0 0,0 0 0 0 0,0-1 0 0 0,0 1 0 0 0,-1-1 0 0 0,1 0 0 0 0,-1 0 0 0 0,-1 0 0 0 0,1 0 0 0 0,2-10 0 0 0,-3 9-56 0 0,-1 0 0 0 0,0 0 0 0 0,0-1 0 0 0,-1 1 1 0 0,0-1-1 0 0,0 1 0 0 0,-1-1 0 0 0,1 1 1 0 0,-2-1-1 0 0,1 1 0 0 0,-3-10 0 0 0,1 6 10 0 0,-2 0-1 0 0,1 1 1 0 0,-1-1-1 0 0,-1 1 1 0 0,0-1-1 0 0,-11-16 1 0 0,1 6-156 0 0,-1 2 1 0 0,0-1-1 0 0,-2 2 1 0 0,0 1-1 0 0,-41-31 1 0 0,25 25-832 0 0,-37-18 0 0 0,45 27-23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7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13823 0 0,'16'1'342'0'0,"0"0"-1"0"0,-1 2 0 0 0,1 0 1 0 0,-1 0-1 0 0,0 2 0 0 0,0 0 1 0 0,27 13-1 0 0,-30-12-51 0 0,99 52 1133 0 0,-99-50-1304 0 0,0 0 1 0 0,0 0-1 0 0,-1 1 1 0 0,0 1-1 0 0,0 0 1 0 0,14 19-1 0 0,-22-25-131 0 0,-1 0 0 0 0,1 0 0 0 0,-1 1 0 0 0,1-1 0 0 0,-1 1 0 0 0,-1 0 0 0 0,1-1 0 0 0,-1 1 0 0 0,0 0 0 0 0,0 0 0 0 0,0 0 0 0 0,0 0 0 0 0,-1 0 0 0 0,0 0 0 0 0,0 0 0 0 0,-1 0 0 0 0,1 0 0 0 0,-1 0 0 0 0,0 0 0 0 0,0 0 0 0 0,-1 0 0 0 0,1-1 0 0 0,-4 7 0 0 0,-5 8-171 0 0,0-1 0 0 0,-1 0 1 0 0,-1 0-1 0 0,-19 20 0 0 0,-8 12-231 0 0,35-44 404 0 0,0 0 0 0 0,1 0 0 0 0,-1 1 0 0 0,1-1 0 0 0,1 1 0 0 0,-1 0 0 0 0,-2 10 0 0 0,5-14 9 0 0,-1 0-1 0 0,1 0 0 0 0,0 0 1 0 0,0 0-1 0 0,0 0 1 0 0,0 1-1 0 0,1-1 0 0 0,-1 0 1 0 0,1 0-1 0 0,0 0 1 0 0,0 0-1 0 0,0 0 0 0 0,0 0 1 0 0,0 0-1 0 0,1 0 1 0 0,-1-1-1 0 0,1 1 0 0 0,0 0 1 0 0,2 2-1 0 0,2 1 27 0 0,1 0 0 0 0,-1-1 0 0 0,1 1 0 0 0,0-1 0 0 0,0-1 0 0 0,0 0 0 0 0,1 0 0 0 0,-1 0 0 0 0,1-1 0 0 0,0 0 0 0 0,0 0 0 0 0,0-1 0 0 0,11 2 0 0 0,8 0 133 0 0,-1-1 1 0 0,51-1 0 0 0,-34-3-62 0 0,0-2 0 0 0,0-1 1 0 0,0-3-1 0 0,0-1 0 0 0,-1-2 1 0 0,62-24-1 0 0,-66 17-1068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8:38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8 154 4863 0 0,'-3'-16'66'0'0,"2"11"-26"0"0,0 1 0 0 0,0-1 0 0 0,0 0-1 0 0,1 0 1 0 0,0 0 0 0 0,-1 1 0 0 0,2-1 0 0 0,-1 0 0 0 0,1 0 0 0 0,1-8-1 0 0,1 8 290 0 0,0 0 0 0 0,0 0 0 0 0,0 0 0 0 0,0 1 0 0 0,1-1 0 0 0,0 1 0 0 0,0 0-1 0 0,0 0 1 0 0,0 0 0 0 0,1 0 0 0 0,-1 1 0 0 0,1 0 0 0 0,0 0 0 0 0,0 0 0 0 0,0 0-1 0 0,1 1 1 0 0,-1 0 0 0 0,0 0 0 0 0,1 0 0 0 0,0 1 0 0 0,-1 0 0 0 0,1 0-1 0 0,6 0 1 0 0,-2 1-66 0 0,0 0 0 0 0,-1 1 0 0 0,1 0 0 0 0,0 1-1 0 0,0 0 1 0 0,0 0 0 0 0,-1 1 0 0 0,1 0-1 0 0,-1 1 1 0 0,0 0 0 0 0,0 1 0 0 0,12 7 0 0 0,-13-6-242 0 0,1 1 0 0 0,-1-1 0 0 0,0 1 0 0 0,0 0 0 0 0,-1 1 0 0 0,0 0 1 0 0,-1 0-1 0 0,0 1 0 0 0,10 16 0 0 0,-14-21-30 0 0,0 1-1 0 0,0-1 1 0 0,-1 0 0 0 0,1 1-1 0 0,-1-1 1 0 0,0 1 0 0 0,0-1 0 0 0,-1 1-1 0 0,1-1 1 0 0,-1 1 0 0 0,0 0-1 0 0,0-1 1 0 0,0 1 0 0 0,-1-1-1 0 0,0 1 1 0 0,0 0 0 0 0,0-1-1 0 0,0 0 1 0 0,-1 1 0 0 0,0-1-1 0 0,1 0 1 0 0,-2 0 0 0 0,1 0 0 0 0,-4 6-1 0 0,-2-2-97 0 0,1 0 1 0 0,-1 0-1 0 0,0-1 0 0 0,-1 0 1 0 0,-15 9-1 0 0,16-11 10 0 0,-1 1 0 0 0,1 0 1 0 0,0 1-1 0 0,1 0 0 0 0,-1 0 1 0 0,-8 11-1 0 0,15-16 90 0 0,0 0 0 0 0,0 0 0 0 0,0-1 0 0 0,0 1 0 0 0,0 0 0 0 0,0 0 0 0 0,1 0 0 0 0,-1 1 0 0 0,1-1 0 0 0,-1 0 0 0 0,1 0 0 0 0,0 0 0 0 0,0 0 0 0 0,0 0 0 0 0,0 0 0 0 0,0 1 0 0 0,0-1 0 0 0,1 0 0 0 0,-1 0 0 0 0,1 0 0 0 0,-1 0 0 0 0,1 0 0 0 0,0 0 0 0 0,0 0 0 0 0,0 0 0 0 0,0 0 0 0 0,0-1-1 0 0,0 1 1 0 0,1 0 0 0 0,2 2 0 0 0,4 4-104 0 0,0 0-1 0 0,0 0 0 0 0,1-1 1 0 0,14 9-1 0 0,-22-16 103 0 0,71 45-1153 0 0,44 31-485 0 0,-101-65 1586 0 0,-1 0 0 0 0,0 2 0 0 0,-1 0 0 0 0,-1 0 0 0 0,15 20 0 0 0,-24-29 223 0 0,-1-1 1 0 0,0 1-1 0 0,0 0 0 0 0,0 0 0 0 0,0 0 1 0 0,-1 1-1 0 0,1-1 0 0 0,-1 0 1 0 0,0 0-1 0 0,0 1 0 0 0,-1-1 1 0 0,1 1-1 0 0,-1-1 0 0 0,-1 9 0 0 0,0-7 109 0 0,0 1 0 0 0,-1-1 0 0 0,1 0 0 0 0,-2 1 0 0 0,1-1 0 0 0,-1 0 0 0 0,0 0 0 0 0,0-1 0 0 0,-4 7 0 0 0,-6 4 220 0 0,0 0 0 0 0,-1-2 0 0 0,0 1-1 0 0,-1-2 1 0 0,-26 19 0 0 0,-17 8-62 0 0,-78 39 1 0 0,50-33-5979 0 0,31-18-797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19:56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12439 0 0,'148'18'4678'0'0,"0"-11"-3584"0"0,149-16-1026 0 0,-164 4-124 0 0,159 13 0 0 0,-64 21 361 0 0,-26-2 488 0 0,235 0 771 0 0,58-36-1274 0 0,-181-2-290 0 0,-194 8 0 0 0,413-11 524 0 0,-382 10-111 0 0,69-3-294 0 0,76-2-128 0 0,-126 5 5 0 0,54 7-56 0 0,-33 1 349 0 0,-53-4 32 0 0,182-8-125 0 0,-222 1-209 0 0,260-24 77 0 0,-269 23-979 0 0,147 6 1 0 0,-207 3-6657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27:22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0 396 11975 0 0,'1'-1'131'0'0,"-1"0"1"0"0,0 1-1 0 0,0-1 0 0 0,0 0 0 0 0,1 1 0 0 0,-1-1 0 0 0,0 1 0 0 0,1-1 0 0 0,-1 0 0 0 0,1 1 0 0 0,-1-1 1 0 0,1 1-1 0 0,-1-1 0 0 0,1 1 0 0 0,-1-1 0 0 0,1 1 0 0 0,-1-1 0 0 0,1 1 0 0 0,-1 0 0 0 0,1-1 0 0 0,0 1 1 0 0,-1 0-1 0 0,1 0 0 0 0,0-1 0 0 0,-1 1 0 0 0,1 0 0 0 0,0 0 0 0 0,-1 0 0 0 0,1 0 0 0 0,0 0 0 0 0,0 0 1 0 0,0 0-1 0 0,1 0-4 0 0,1-1 0 0 0,-1 1 0 0 0,0 1 1 0 0,1-1-1 0 0,-1 0 0 0 0,0 0 0 0 0,1 1 0 0 0,-1-1 1 0 0,3 2-1 0 0,-2 0-89 0 0,0 1 0 0 0,0-1 0 0 0,0 0 1 0 0,0 1-1 0 0,0 0 0 0 0,-1 0 0 0 0,1 0 0 0 0,-1 0 1 0 0,0 0-1 0 0,0 0 0 0 0,0 1 0 0 0,0-1 0 0 0,-1 0 1 0 0,1 1-1 0 0,1 6 0 0 0,1 7-31 0 0,6 34 0 0 0,-10-50-7 0 0,5 55 207 0 0,-2 100-1 0 0,-4-84 101 0 0,1-71-307 0 0,2 37 6 0 0,-2-36 2 0 0,1 1 0 0 0,-1-1 0 0 0,1 0 0 0 0,0 1 0 0 0,0-1 0 0 0,0 0 0 0 0,0 0 0 0 0,0 1 0 0 0,0-1 0 0 0,0 0 0 0 0,1 0 0 0 0,-1 0 0 0 0,3 2 0 0 0,-3-3 43 0 0,0-1 0 0 0,0 1 1 0 0,0-1-1 0 0,0 0 0 0 0,0 1 1 0 0,0-1-1 0 0,0 0 1 0 0,0 0-1 0 0,0 0 0 0 0,0 1 1 0 0,1-1-1 0 0,-1 0 1 0 0,0 0-1 0 0,0-1 0 0 0,0 1 1 0 0,0 0-1 0 0,0 0 0 0 0,0 0 1 0 0,0-1-1 0 0,0 1 1 0 0,0-1-1 0 0,0 1 0 0 0,0-1 1 0 0,0 1-1 0 0,0-1 1 0 0,0 0-1 0 0,0 1 0 0 0,0-1 1 0 0,1-1-1 0 0,5-4 305 0 0,0 0 0 0 0,8-10 0 0 0,-13 13-251 0 0,79-96 840 0 0,80-127 0 0 0,-65 86-854 0 0,-36 57-381 0 0,2 3-1 0 0,80-78 0 0 0,-97 116-458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28:58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658 4025 11519 0 0,'-13'4'672'0'0,"-10"2"-551"0"0,-27 3 0 0 0,43-8 324 0 0,0 0-1 0 0,0-1 1 0 0,-1 0-1 0 0,1 0 1 0 0,0 0-1 0 0,0-1 1 0 0,0-1-1 0 0,-10-2 1 0 0,-19-8 1342 0 0,1-3 0 0 0,-51-27 0 0 0,68 31-1709 0 0,0-1 0 0 0,0-1-1 0 0,1 0 1 0 0,1-2 0 0 0,0 1-1 0 0,-14-19 1 0 0,8 4-81 0 0,2-1 0 0 0,1 0 0 0 0,1-2 0 0 0,2 0 0 0 0,1-1 0 0 0,1 0 0 0 0,-16-68 0 0 0,11 19-17 0 0,4-1 0 0 0,-5-108 0 0 0,21-319-300 0 0,47 2-554 0 0,8 116-302 0 0,111-401 1 0 0,-134 672 327 0 0,62-148 0 0 0,-68 206 966 0 0,3 1 0 0 0,3 1 1 0 0,77-107-1 0 0,-91 144-9 0 0,0 2-1 0 0,1 0 0 0 0,1 2 1 0 0,1 0-1 0 0,1 1 1 0 0,1 1-1 0 0,0 2 0 0 0,31-17 1 0 0,-39 26-67 0 0,-1 0 0 0 0,1 1 0 0 0,0 1 0 0 0,0 0 0 0 0,1 1 1 0 0,28-3-1 0 0,-32 7-77 0 0,1-1 1 0 0,-1 2-1 0 0,0 0 1 0 0,1 0-1 0 0,-1 1 1 0 0,0 1-1 0 0,0 0 1 0 0,0 1-1 0 0,15 7 1 0 0,-10-3-43 0 0,-2 1 1 0 0,1 0 0 0 0,-1 1 0 0 0,-1 1 0 0 0,0 0-1 0 0,19 20 1 0 0,-15-12-9 0 0,-2 1-1 0 0,-1 0 1 0 0,0 1 0 0 0,13 26 0 0 0,-5-2 42 0 0,-3 0 0 0 0,-1 2 1 0 0,-3 0-1 0 0,16 69 0 0 0,-15-35 162 0 0,-4 1-1 0 0,-4 0 1 0 0,0 94 0 0 0,-26 249 414 0 0,-21-77 615 0 0,-99 421 0 0 0,-96 134-452 0 0,184-760-696 0 0,-6-3 0 0 0,-93 173 0 0 0,126-276-141 0 0,-27 39 0 0 0,38-63-162 0 0,1-1 0 0 0,-1-1 1 0 0,-1 1-1 0 0,0-2 0 0 0,-1 1 1 0 0,-19 13-1 0 0,-3-7-536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3:10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1844 816 1839 0 0,'-4'-3'579'0'0,"0"1"-1"0"0,0 0 1 0 0,-1 0-1 0 0,1 1 1 0 0,0-1-1 0 0,-1 1 1 0 0,1 0-1 0 0,-1 0 1 0 0,-4 0-1 0 0,-3-1-147 0 0,-27-5 610 0 0,0 1 0 0 0,0 3 0 0 0,-70 2 0 0 0,-118 24 117 0 0,-219 26 360 0 0,356-45-2381 0 0,-1-4 0 0 0,-175-23 0 0 0,236 18 738 0 0,0-2 0 0 0,0-1 0 0 0,1-1 0 0 0,0-2-1 0 0,0 0 1 0 0,-34-21 0 0 0,48 23 328 0 0,-1-1-1 0 0,2 0 1 0 0,-1-1-1 0 0,2-1 1 0 0,-1 0-1 0 0,2-1 1 0 0,0 0 0 0 0,0-1-1 0 0,1 0 1 0 0,1-1-1 0 0,0-1 1 0 0,-7-16-1 0 0,12 21-141 0 0,0 0 0 0 0,2 0-1 0 0,-1 0 1 0 0,1-1-1 0 0,1 1 1 0 0,0-1 0 0 0,1 0-1 0 0,0 1 1 0 0,1-1-1 0 0,0 0 1 0 0,0 0 0 0 0,2 0-1 0 0,-1 1 1 0 0,2-1 0 0 0,-1 1-1 0 0,1-1 1 0 0,1 1-1 0 0,0 0 1 0 0,1 0 0 0 0,0 1-1 0 0,1-1 1 0 0,0 1-1 0 0,0 0 1 0 0,1 1 0 0 0,16-17-1 0 0,-9 11-112 0 0,2 1 0 0 0,-1 1 0 0 0,2 1-1 0 0,0 0 1 0 0,0 1 0 0 0,35-16 0 0 0,118-38-800 0 0,-114 48 535 0 0,105-18 1 0 0,61 8 134 0 0,-200 24 174 0 0,490-10-221 0 0,29 50-262 0 0,39 30 555 0 0,-335-40-64 0 0,-113-16 0 0 0,296 6 72 0 0,-357-16-80 0 0,224-15-55 0 0,-161 5 62 0 0,69-9-247 0 0,31-1-100 0 0,-37 6 261 0 0,95-2 322 0 0,-168 13 125 0 0,137 5 567 0 0,-217 1-794 0 0,193 19 193 0 0,-184-15-180 0 0,1 2 0 0 0,69 23 0 0 0,-85-20-117 0 0,13 4 147 0 0,97 45 1 0 0,-134-54-157 0 0,0 0 1 0 0,-1 0 0 0 0,0 1 0 0 0,0 1 0 0 0,-1 0 0 0 0,-1 0 0 0 0,0 2 0 0 0,0-1 0 0 0,-1 1-1 0 0,0 1 1 0 0,11 19 0 0 0,-18-25-61 0 0,-1-1-1 0 0,1 1 1 0 0,-1-1-1 0 0,0 1 0 0 0,-1 0 1 0 0,0 0-1 0 0,0 0 1 0 0,0 0-1 0 0,-1 0 1 0 0,0 0-1 0 0,0 0 0 0 0,-1 0 1 0 0,-2 11-1 0 0,-1 0-72 0 0,-1-1-1 0 0,0 1 0 0 0,-2-1 1 0 0,-8 17-1 0 0,10-24 167 0 0,-1 0 0 0 0,0-1 0 0 0,-1 0-1 0 0,0 0 1 0 0,0 0 0 0 0,-1-1 0 0 0,0 0 0 0 0,-1 0-1 0 0,1-1 1 0 0,-1-1 0 0 0,-1 1 0 0 0,1-1 0 0 0,-1-1-1 0 0,-15 7 1 0 0,-4-1 125 0 0,0-1-1 0 0,-1-1 1 0 0,0-2 0 0 0,-32 4-1 0 0,-66 8 479 0 0,-159 3 0 0 0,172-19-347 0 0,-120-1-167 0 0,-331-4 287 0 0,371 13-415 0 0,-25 2 44 0 0,108-12 102 0 0,-195 0 152 0 0,247-3-304 0 0,-321-19 218 0 0,-69 1 462 0 0,190 13 250 0 0,-164-48-78 0 0,246 17-1655 0 0,11 2-745 0 0,117 27 844 0 0,-70-2 1 0 0,72 10-931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3:12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92 10591 0 0,'186'-19'3733'0'0,"91"0"-3616"0"0,-40 3-736 0 0,370-13-5256 0 0,-347 28 6165 0 0,282-2 3871 0 0,-125-1-3520 0 0,0 14-6163 0 0,-359-6 2276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3:14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1 133 18431 0 0,'334'-15'2882'0'0,"-164"5"-2749"0"0,512-46 100 0 0,-392 17-6809 0 0,-211 27 80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4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 0 14743 0 0,'-1'3'214'0'0,"0"-1"-1"0"0,-1 0 1 0 0,1 1 0 0 0,0-1-1 0 0,1 1 1 0 0,-1 0 0 0 0,0-1-1 0 0,1 1 1 0 0,0 0-1 0 0,-1 5 1 0 0,0 5 348 0 0,-23 95-211 0 0,-4-2-1 0 0,-5-1 0 0 0,-88 188 1 0 0,114-279-654 0 0,-27 62 510 0 0,14-26-5486 0 0,11-23-604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4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19807 0 0,'-6'-1'1936'0'0,"5"2"-1720"0"0,0-1-216 0 0,3 0 0 0 0,3 0-744 0 0,1 1-192 0 0,8 0-40 0 0,6-4-8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7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 17967 0 0,'15'-5'586'0'0,"-1"0"-1"0"0,1 1 1 0 0,0 1-1 0 0,1 0 1 0 0,28 0 0 0 0,122-6 649 0 0,155-14-2946 0 0,-294 19-5839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8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14 5527 0 0,'-15'-13'5207'0'0,"12"21"-4002"0"0,-1 18-318 0 0,1-1 1 0 0,2 0-1 0 0,2 46 0 0 0,0-32-526 0 0,-2 317 1088 0 0,-1-316-1223 0 0,-1 71 282 0 0,4-90-452 0 0,1 1 0 0 0,0-1-1 0 0,6 22 1 0 0,-7-38-55 0 0,0-1 0 0 0,0 0 0 0 0,1 0 0 0 0,0 0 0 0 0,-1 0-1 0 0,1 0 1 0 0,0-1 0 0 0,1 1 0 0 0,-1 0 0 0 0,1-1 0 0 0,-1 0 0 0 0,1 1 0 0 0,0-1-1 0 0,6 4 1 0 0,-6-5-82 0 0,0-1 0 0 0,0 1 0 0 0,0-1 0 0 0,0 0 0 0 0,0 0 0 0 0,0 0 0 0 0,1 0 0 0 0,-1 0 0 0 0,0-1 0 0 0,1 1 0 0 0,-1-1 0 0 0,1 0 0 0 0,-1 0 1 0 0,0 0-1 0 0,1-1 0 0 0,-1 1 0 0 0,0-1 0 0 0,1 0 0 0 0,2-1 0 0 0,35-15-3202 0 0,-18 5-1748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8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20 919 0 0,'8'-5'1300'0'0,"-5"3"-651"0"0,1 0 0 0 0,-1 0-1 0 0,1 1 1 0 0,-1-1-1 0 0,1 1 1 0 0,-1 0-1 0 0,1 0 1 0 0,0 0-1 0 0,-1 1 1 0 0,1-1 0 0 0,7 1-1 0 0,-10 0-422 0 0,1 0 0 0 0,-1 1 0 0 0,1-1 0 0 0,0 0 0 0 0,-1 1 0 0 0,1-1 1 0 0,-1 1-1 0 0,0 0 0 0 0,1-1 0 0 0,-1 1 0 0 0,0 0 0 0 0,1 0 0 0 0,-1 0 0 0 0,0 0 0 0 0,0 0 0 0 0,0 0 0 0 0,1 0 0 0 0,-1 1 0 0 0,-1-1 0 0 0,1 0 0 0 0,0 1 0 0 0,0-1 0 0 0,0 0 1 0 0,-1 1-1 0 0,1-1 0 0 0,-1 1 0 0 0,1-1 0 0 0,-1 1 0 0 0,1-1 0 0 0,-1 3 0 0 0,2 11 411 0 0,-1 0 0 0 0,-1 0 1 0 0,0 0-1 0 0,-1 0 0 0 0,-6 29 0 0 0,4-22-1432 0 0,-2 34-1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8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17967 0 0,'4'-3'1760'0'0,"-3"3"-1568"0"0,0 1-192 0 0,0 1 0 0 0,0 0 0 0 0,1 2 0 0 0,-1 1 0 0 0,3 4 0 0 0,0 4-96 0 0,1 4-600 0 0,-3 3-120 0 0,0 1-24 0 0,-3 1-8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9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0 243 12895 0 0,'18'63'2687'0'0,"-12"-46"-1528"0"0,0 1 1 0 0,-2-1-1 0 0,0 1 1 0 0,3 35-1 0 0,-8-44-951 0 0,-1-13-541 0 0,0-17-660 0 0,4 9 629 0 0,1 1 0 0 0,0-1 0 0 0,1 1 0 0 0,0-1 0 0 0,1 1 0 0 0,9-14 0 0 0,-3 6 51 0 0,1 1 0 0 0,25-28 0 0 0,-32 40 531 0 0,1 1 1 0 0,-1 0 0 0 0,1 0-1 0 0,1 0 1 0 0,-1 1-1 0 0,1-1 1 0 0,-1 1 0 0 0,1 1-1 0 0,12-5 1 0 0,-17 7-108 0 0,1 0 0 0 0,0 0-1 0 0,-1 1 1 0 0,1-1 0 0 0,0 1 0 0 0,0 0 0 0 0,-1-1 0 0 0,1 1 0 0 0,0 0 0 0 0,0 1 0 0 0,-1-1 0 0 0,1 0 0 0 0,0 1 0 0 0,-1 0-1 0 0,1-1 1 0 0,0 1 0 0 0,-1 0 0 0 0,1 0 0 0 0,-1 1 0 0 0,1-1 0 0 0,-1 0 0 0 0,0 1 0 0 0,1 0 0 0 0,-1-1 0 0 0,0 1 0 0 0,0 0-1 0 0,0 0 1 0 0,-1 0 0 0 0,4 4 0 0 0,-1 1-59 0 0,0 0 0 0 0,-1 0 0 0 0,0 0 0 0 0,0 0 0 0 0,-1 1 0 0 0,0-1 0 0 0,0 1 0 0 0,-1 0 0 0 0,2 13 0 0 0,-2 8-142 0 0,-3 36 0 0 0,1-52 30 0 0,-1 0-88 0 0,1-3-111 0 0,4-18 122 0 0,5-21 79 0 0,1 1 0 0 0,2 1 0 0 0,1 0 0 0 0,1 0 0 0 0,1 1 1 0 0,1 1-1 0 0,2 0 0 0 0,0 1 0 0 0,2 1 0 0 0,21-21 0 0 0,-33 37 107 0 0,0 1 0 0 0,0 0 0 0 0,0 0 0 0 0,0 1 0 0 0,1 0 0 0 0,14-7 0 0 0,-20 11-25 0 0,0 1 1 0 0,-1-1 0 0 0,1 0 0 0 0,0 1 0 0 0,0-1-1 0 0,0 1 1 0 0,0-1 0 0 0,0 1 0 0 0,0 0 0 0 0,0 0-1 0 0,0 0 1 0 0,-1 0 0 0 0,1 0 0 0 0,0 0 0 0 0,0 1 0 0 0,0-1-1 0 0,0 1 1 0 0,0-1 0 0 0,0 1 0 0 0,0 0 0 0 0,-1-1-1 0 0,1 1 1 0 0,0 0 0 0 0,-1 0 0 0 0,1 1 0 0 0,-1-1-1 0 0,1 0 1 0 0,-1 0 0 0 0,1 1 0 0 0,-1-1 0 0 0,0 1-1 0 0,1-1 1 0 0,-1 1 0 0 0,0-1 0 0 0,0 1 0 0 0,0 0-1 0 0,0 2 1 0 0,4 9 10 0 0,0 1 0 0 0,-1-1 0 0 0,-1 1 0 0 0,0 0 0 0 0,1 25 0 0 0,-2-21-38 0 0,0 1 0 0 0,8 27-1 0 0,-7-38 4 0 0,-1-1 0 0 0,1 0 0 0 0,0 0 0 0 0,1 0 0 0 0,0 0 0 0 0,0 0 0 0 0,0-1 0 0 0,8 9 0 0 0,-8-11 0 0 0,1 0 0 0 0,-1 0 0 0 0,1 0 0 0 0,0-1 0 0 0,0 1 0 0 0,1-1 0 0 0,-1-1 0 0 0,1 1 0 0 0,-1-1 0 0 0,1 0 0 0 0,8 2 0 0 0,3 0 19 0 0,0-1 0 0 0,0-1 0 0 0,1-1 0 0 0,-1-1 0 0 0,0 0 0 0 0,1-1 0 0 0,28-5 0 0 0,-23 1 6 0 0,1-1 1 0 0,-1-1-1 0 0,-1 0 0 0 0,1-2 1 0 0,21-12-1 0 0,-33 15-1 0 0,0-1 0 0 0,0 0 0 0 0,0-1 0 0 0,-1 0 0 0 0,0 0 0 0 0,-1-1 0 0 0,0-1 0 0 0,-1 1 0 0 0,1-1 0 0 0,-2-1 0 0 0,7-11 0 0 0,-9 15-8 0 0,-2-1 0 0 0,1 0 0 0 0,-1 0 0 0 0,0 0 0 0 0,-1 0 0 0 0,0 0 0 0 0,0-1 0 0 0,-1 1 0 0 0,0 0 0 0 0,-1-1 0 0 0,1 1 0 0 0,-2-1 0 0 0,1 0 0 0 0,-1 1 0 0 0,0 0 0 0 0,-1-1 0 0 0,-4-13 0 0 0,5 19-24 0 0,-1-1-1 0 0,1 1 0 0 0,-1-1 1 0 0,0 1-1 0 0,1 0 1 0 0,-1 0-1 0 0,-1 0 0 0 0,1 0 1 0 0,0 0-1 0 0,-1 0 1 0 0,0 0-1 0 0,1 1 1 0 0,-1-1-1 0 0,0 1 0 0 0,0 0 1 0 0,-1 0-1 0 0,1 0 1 0 0,0 0-1 0 0,-1 1 0 0 0,-3-2 1 0 0,2 2-7 0 0,-1 0 1 0 0,1 0-1 0 0,0 0 1 0 0,-1 1 0 0 0,1-1-1 0 0,-1 1 1 0 0,1 1-1 0 0,-1-1 1 0 0,1 1-1 0 0,-1 0 1 0 0,1 0-1 0 0,0 1 1 0 0,-7 2-1 0 0,1 1 7 0 0,-1 0-1 0 0,1 1 0 0 0,1 1 0 0 0,-1 0 1 0 0,1 0-1 0 0,1 1 0 0 0,-1 0 0 0 0,1 0 1 0 0,-12 16-1 0 0,13-15 3 0 0,1 1 0 0 0,0-1 0 0 0,1 1 0 0 0,0 1 0 0 0,1-1 0 0 0,0 1 0 0 0,1 0 0 0 0,0 0 0 0 0,1 0 0 0 0,-3 15 0 0 0,5-20 11 0 0,0 0-1 0 0,1 1 1 0 0,0-1-1 0 0,0 0 1 0 0,1 0 0 0 0,0 0-1 0 0,0 0 1 0 0,0 0-1 0 0,1-1 1 0 0,0 1-1 0 0,0 0 1 0 0,4 7 0 0 0,-2-5 12 0 0,1 0 0 0 0,0-1 0 0 0,1 1 0 0 0,0-1 0 0 0,0 0 0 0 0,0-1-1 0 0,12 9 1 0 0,0-2 19 0 0,0-1-1 0 0,1-1 0 0 0,1 0 1 0 0,0-2-1 0 0,0 0 0 0 0,24 6 1 0 0,-9-5 25 0 0,0-3 1 0 0,0 0 0 0 0,0-3-1 0 0,1-1 1 0 0,0-1 0 0 0,0-2-1 0 0,67-9 1 0 0,-61 2-274 0 0,-1-5-88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01.6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0 219 9671 0 0,'36'-10'804'0'0,"0"1"0"0"0,49-5 0 0 0,172-22 1152 0 0,149-18-788 0 0,307 4-96 0 0,-98 48-1085 0 0,-240 4-438 0 0,-200-1 167 0 0,111-3-128 0 0,189-3-348 0 0,284-7 205 0 0,-266 5 574 0 0,-186 2 159 0 0,405-9 612 0 0,661 13 2218 0 0,-890 24-1617 0 0,-54 10-1346 0 0,-375-27-681 0 0,-2 2-188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29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128 346 14279 0 0,'-16'-16'808'0'0,"1"-1"1"0"0,1 0-1 0 0,0-1 0 0 0,2-1 0 0 0,0 0 0 0 0,1-1 0 0 0,-16-37 1 0 0,26 53-781 0 0,-1 0 0 0 0,1-1 0 0 0,0 1 0 0 0,0 0 0 0 0,1-1 0 0 0,-1 1 0 0 0,1-1 0 0 0,0 1 0 0 0,0-1 0 0 0,1 1 0 0 0,-1 0 0 0 0,1-1 0 0 0,0 1 0 0 0,0 0 0 0 0,0-1 0 0 0,1 1 0 0 0,0 0 0 0 0,-1 0 0 0 0,1 0-1 0 0,1 0 1 0 0,-1 0 0 0 0,1 1 0 0 0,-1-1 0 0 0,1 1 0 0 0,0-1 0 0 0,0 1 0 0 0,1 0 0 0 0,-1 0 0 0 0,0 0 0 0 0,1 1 0 0 0,0-1 0 0 0,0 1 0 0 0,0 0 0 0 0,0 0 0 0 0,6-2 1 0 0,7-2-61 0 0,0 1 0 0 0,1 0 0 0 0,0 1 0 0 0,0 1 0 0 0,0 0 1 0 0,0 2-1 0 0,0 0 0 0 0,0 1 0 0 0,0 1 0 0 0,0 1 0 0 0,0 0 1 0 0,0 1-1 0 0,0 1 0 0 0,29 11 0 0 0,-35-10 32 0 0,-1 1 0 0 0,1 1 1 0 0,-1-1-1 0 0,0 2 0 0 0,-1 0 0 0 0,0 0 0 0 0,0 1 0 0 0,-1 0 0 0 0,0 1 0 0 0,-1 0 0 0 0,0 0 1 0 0,10 16-1 0 0,-11-14 34 0 0,-1 0 1 0 0,0 0 0 0 0,-1 1-1 0 0,0-1 1 0 0,0 2 0 0 0,-2-1-1 0 0,1 0 1 0 0,-2 1 0 0 0,0-1-1 0 0,-1 1 1 0 0,0 23 0 0 0,-2-27-27 0 0,-1 0 1 0 0,0 0 0 0 0,0-1 0 0 0,-1 1 0 0 0,-1-1 0 0 0,0 0 0 0 0,0 0 0 0 0,0 0 0 0 0,-1 0 0 0 0,0-1 0 0 0,-1 0 0 0 0,0 0 0 0 0,-9 9 0 0 0,-4 3 18 0 0,-1-1 1 0 0,-1-1-1 0 0,-34 23 0 0 0,-14 3 172 0 0,-96 43-1 0 0,73-40-67 0 0,90-46-121 0 0,-2 1 93 0 0,0 0 0 0 0,0 1 0 0 0,0-1 0 0 0,1 1-1 0 0,-5 3 1 0 0,7-5-84 0 0,1-1 1 0 0,0 1-1 0 0,-1-1 0 0 0,1 0 1 0 0,0 1-1 0 0,-1-1 0 0 0,1 1 1 0 0,0 0-1 0 0,-1-1 0 0 0,1 1 1 0 0,0-1-1 0 0,0 1 0 0 0,0-1 1 0 0,0 1-1 0 0,0-1 0 0 0,0 1 1 0 0,-1 0-1 0 0,1-1 0 0 0,1 2 1 0 0,-1-2-8 0 0,0 1 0 0 0,0 0 0 0 0,1 0 0 0 0,-1-1 0 0 0,1 1 1 0 0,-1 0-1 0 0,1 0 0 0 0,-1-1 0 0 0,1 1 0 0 0,-1-1 0 0 0,1 1 0 0 0,0 0 0 0 0,-1-1 1 0 0,1 1-1 0 0,0-1 0 0 0,0 0 0 0 0,0 1 0 0 0,9 4 69 0 0,-1 0-1 0 0,1-2 1 0 0,-1 1-1 0 0,1-1 1 0 0,0 0-1 0 0,17 1 1 0 0,62 3-83 0 0,-81-6 8 0 0,22-2-477 0 0,0-1 0 0 0,0-1 0 0 0,57-13 0 0 0,-54 8-7549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29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3 22111 0 0,'-8'-1'984'0'0,"1"0"200"0"0,1 1-952 0 0,1 0-232 0 0,4 0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57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1050 8287 0 0,'1'0'269'0'0,"-1"0"0"0"0,1 1 0 0 0,0-1 0 0 0,0 0-1 0 0,-1 0 1 0 0,1 1 0 0 0,0-1 0 0 0,0 0 0 0 0,0 0 0 0 0,-1 0-1 0 0,1 0 1 0 0,0 0 0 0 0,0 0 0 0 0,-1 0 0 0 0,1 0 0 0 0,0-1-1 0 0,0 1 1 0 0,0 0 0 0 0,-1 0 0 0 0,1-1 0 0 0,0 1-1 0 0,-1 0 1 0 0,1-1 0 0 0,0 1 0 0 0,-1-1 0 0 0,2 0 0 0 0,18-13 1134 0 0,-20 13-1253 0 0,8-6 104 0 0,0 0-1 0 0,-1-1 1 0 0,-1 0 0 0 0,1-1-1 0 0,-1 1 1 0 0,-1-1 0 0 0,1-1-1 0 0,-2 1 1 0 0,1-1 0 0 0,4-13-1 0 0,-2 0-252 0 0,-1 0 1 0 0,-1 0-1 0 0,4-37 0 0 0,-7 14 169 0 0,-1 1 1 0 0,-3-1-1 0 0,-1 1 1 0 0,-2 0 0 0 0,-3 0-1 0 0,-1 0 1 0 0,-2 1-1 0 0,-2 1 1 0 0,-20-44-1 0 0,21 62 25 0 0,0 0-1 0 0,-2 1 1 0 0,0 1-1 0 0,-32-38 0 0 0,16 28-142 0 0,-2 0 0 0 0,-38-30 0 0 0,69 63-53 0 0,1 0-1 0 0,0 0 0 0 0,0-1 1 0 0,0 1-1 0 0,-1 0 0 0 0,1 0 1 0 0,0 0-1 0 0,0 0 0 0 0,0-1 1 0 0,-1 1-1 0 0,1 0 0 0 0,0 0 1 0 0,0 0-1 0 0,-1 0 0 0 0,1 0 1 0 0,0 0-1 0 0,0 0 0 0 0,-1 0 1 0 0,1 0-1 0 0,0-1 0 0 0,0 1 1 0 0,-1 0-1 0 0,1 0 1 0 0,0 1-1 0 0,0-1 0 0 0,-1 0 1 0 0,1 0-1 0 0,0 0 0 0 0,0 0 1 0 0,-1 0-1 0 0,-1 8-67 0 0,4 17-82 0 0,-1-21 110 0 0,6 55-290 0 0,-3 0 1 0 0,-2 0-1 0 0,-2 0 1 0 0,-10 62-1 0 0,10-121 343 0 0,0 0 0 0 0,0 1 0 0 0,1-1 0 0 0,-1 1 0 0 0,0-1 0 0 0,0 0 1 0 0,0 1-1 0 0,-1-1 0 0 0,1 1 0 0 0,0-1 0 0 0,0 0 0 0 0,0 1 0 0 0,0-1 0 0 0,0 1 0 0 0,0-1 0 0 0,0 0 1 0 0,-1 1-1 0 0,1-1 0 0 0,0 0 0 0 0,0 1 0 0 0,-1-1 0 0 0,1 0 0 0 0,0 1 0 0 0,0-1 0 0 0,-1 0 0 0 0,1 1 1 0 0,-1-1-1 0 0,-3-11 517 0 0,-1-23 136 0 0,4-2-660 0 0,1 0-1 0 0,1 1 1 0 0,2-1 0 0 0,2 1-1 0 0,1 0 1 0 0,2 0 0 0 0,12-36-1 0 0,-18 67-15 0 0,-1 1 0 0 0,0-1 0 0 0,1 1-1 0 0,0-1 1 0 0,0 1 0 0 0,0-1-1 0 0,0 1 1 0 0,1 0 0 0 0,-1 0-1 0 0,1 0 1 0 0,4-4 0 0 0,-5 6-1 0 0,0 0 0 0 0,1-1 0 0 0,-1 1 0 0 0,0 0 0 0 0,1 0 0 0 0,-1 0 0 0 0,1 0 0 0 0,-1 1 0 0 0,1-1 0 0 0,0 1 0 0 0,-1 0 0 0 0,1-1 0 0 0,0 1 1 0 0,-1 0-1 0 0,1 1 0 0 0,-1-1 0 0 0,1 0 0 0 0,3 2 0 0 0,23 5-1053 0 0,1 3 0 0 0,27 12 0 0 0,-31-11-3093 0 0,8 2-2140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8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312 180 16127 0 0,'-3'-12'910'0'0,"-17"-66"1867"0"0,17 69-2697 0 0,0 0 0 0 0,-1 0 1 0 0,0 1-1 0 0,0-1 1 0 0,-1 1-1 0 0,-7-9 1 0 0,11 15-127 0 0,0 0 0 0 0,-1 1 0 0 0,1-1 0 0 0,-1 1 1 0 0,1 0-1 0 0,-1-1 0 0 0,1 1 0 0 0,-1 0 1 0 0,0 0-1 0 0,0 0 0 0 0,1 0 0 0 0,-1 0 1 0 0,0 0-1 0 0,0 0 0 0 0,0 1 0 0 0,0-1 0 0 0,0 1 1 0 0,0 0-1 0 0,0-1 0 0 0,0 1 0 0 0,0 0 1 0 0,0 0-1 0 0,0 0 0 0 0,0 0 0 0 0,0 1 1 0 0,0-1-1 0 0,0 0 0 0 0,0 1 0 0 0,0 0 0 0 0,0-1 1 0 0,0 1-1 0 0,0 0 0 0 0,0 0 0 0 0,1 0 1 0 0,-1 0-1 0 0,-2 2 0 0 0,-5 4-419 0 0,1 0 1 0 0,0 0-1 0 0,0 1 1 0 0,0 0-1 0 0,-8 12 0 0 0,-4 7-23 0 0,0 1-1 0 0,2 1 1 0 0,1 0 0 0 0,1 1-1 0 0,-13 39 1 0 0,27-65 659 0 0,1 0 0 0 0,0 0 1 0 0,0 0-1 0 0,0 0 0 0 0,0 0 1 0 0,1 0-1 0 0,0 5 0 0 0,0-8-119 0 0,0-1 1 0 0,0 1-1 0 0,0-1 0 0 0,0 1 0 0 0,0-1 0 0 0,0 1 1 0 0,1-1-1 0 0,-1 1 0 0 0,0-1 0 0 0,0 1 0 0 0,0-1 0 0 0,1 1 1 0 0,-1-1-1 0 0,0 1 0 0 0,1-1 0 0 0,-1 0 0 0 0,0 1 1 0 0,1-1-1 0 0,-1 0 0 0 0,1 1 0 0 0,-1-1 0 0 0,0 0 0 0 0,2 1 1 0 0,-1-1-9 0 0,0 0 0 0 0,0 1 0 0 0,0-1 1 0 0,0 0-1 0 0,1 0 0 0 0,-1 0 0 0 0,0-1 0 0 0,0 1 1 0 0,0 0-1 0 0,0 0 0 0 0,0-1 0 0 0,1 1 1 0 0,-1 0-1 0 0,0-1 0 0 0,1 0 0 0 0,17-10 823 0 0,30-20 0 0 0,8-5 88 0 0,-49 32-870 0 0,-1 0 1 0 0,0 1-1 0 0,1 0 1 0 0,0 1-1 0 0,0 0 0 0 0,9-2 1 0 0,-14 4-10 0 0,1 0 0 0 0,-1 0 0 0 0,1 0 0 0 0,-1 1 0 0 0,1-1 0 0 0,-1 1 0 0 0,1 0 0 0 0,-1 0 0 0 0,0 0 0 0 0,1 0 0 0 0,-1 1 0 0 0,0-1 0 0 0,0 1 0 0 0,0 0 0 0 0,0 0 0 0 0,0 0 0 0 0,-1 0 1 0 0,1 1-1 0 0,-1-1 0 0 0,1 1 0 0 0,-1 0 0 0 0,3 3 0 0 0,5 8 50 0 0,-1 0 0 0 0,0 1 0 0 0,8 19 0 0 0,-12-24-155 0 0,3 8-467 0 0,23 44 565 0 0,-10-22-6603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8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15663 0 0,'41'96'4509'0'0,"-29"-63"-4271"0"0,-2 1 0 0 0,8 49 0 0 0,-17-73-550 0 0,0 0-1 0 0,-2 14 1 0 0,1-7-814 0 0,1-22 1257 0 0,1 1 0 0 0,0-1 1 0 0,0 1-1 0 0,0-1 0 0 0,0 1 0 0 0,1 0 0 0 0,0 0 0 0 0,4-6 0 0 0,3-3 213 0 0,-2 0-109 0 0,38-53 470 0 0,-40 60-576 0 0,-1-1 0 0 0,1 1 1 0 0,1-1-1 0 0,-1 2 1 0 0,1-1-1 0 0,15-8 0 0 0,-21 13-107 0 0,0 0-1 0 0,0 0 1 0 0,1 1-1 0 0,-1-1 0 0 0,0 0 1 0 0,1 1-1 0 0,-1 0 1 0 0,0-1-1 0 0,1 1 0 0 0,-1 0 1 0 0,1-1-1 0 0,-1 1 0 0 0,1 0 1 0 0,-1 0-1 0 0,0 0 1 0 0,1 0-1 0 0,-1 1 0 0 0,1-1 1 0 0,-1 0-1 0 0,1 1 1 0 0,-1-1-1 0 0,0 0 0 0 0,1 1 1 0 0,-1 0-1 0 0,0-1 0 0 0,0 1 1 0 0,1 0-1 0 0,-1 0 1 0 0,0 0-1 0 0,0-1 0 0 0,0 1 1 0 0,0 0-1 0 0,0 1 1 0 0,0-1-1 0 0,0 0 0 0 0,0 0 1 0 0,0 0-1 0 0,-1 0 0 0 0,1 1 1 0 0,0-1-1 0 0,-1 0 1 0 0,1 1-1 0 0,0 1 0 0 0,1 5-59 0 0,0 0-1 0 0,0 0 1 0 0,0 1-1 0 0,-1-1 0 0 0,0 0 1 0 0,-1 9-1 0 0,2-4-766 0 0,5-22-157 0 0,-3 3 1025 0 0,102-144-2051 0 0,-101 144 1976 0 0,3-5-178 0 0,19-19 0 0 0,-25 28 293 0 0,0 0 1 0 0,0 0 0 0 0,0 1 0 0 0,0-1 0 0 0,1 0-1 0 0,-1 1 1 0 0,0 0 0 0 0,1-1 0 0 0,-1 1 0 0 0,1 0-1 0 0,-1 0 1 0 0,1 0 0 0 0,0 1 0 0 0,-1-1 0 0 0,1 1-1 0 0,4-1 1 0 0,-5 2-9 0 0,-1-1 1 0 0,1 1-1 0 0,0-1 0 0 0,-1 1 0 0 0,1 0 0 0 0,0 0 1 0 0,-1 0-1 0 0,1 0 0 0 0,-1 0 0 0 0,1 0 0 0 0,-1 1 1 0 0,0-1-1 0 0,1 0 0 0 0,-1 1 0 0 0,0-1 0 0 0,0 1 1 0 0,0-1-1 0 0,0 1 0 0 0,0-1 0 0 0,1 3 0 0 0,2 6 31 0 0,0-1 0 0 0,4 13-1 0 0,-8-20-109 0 0,11 36 61 0 0,9 76-1 0 0,-11-55-1770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9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15663 0 0,'26'27'648'0'0,"-1"1"-1"0"0,31 44 0 0 0,-43-52-381 0 0,-1 0 0 0 0,-1 0-1 0 0,-1 2 1 0 0,-1-1 0 0 0,7 26-1 0 0,-10-25-591 0 0,-1 1-1 0 0,-1 1 0 0 0,-2-1 1 0 0,0 0-1 0 0,-1 1 0 0 0,-2-1 1 0 0,0 1-1 0 0,-2-1 0 0 0,0 0 1 0 0,-1 0-1 0 0,-10 27 0 0 0,7-28 294 0 0,5-16 893 0 0,9-20-236 0 0,2-6-345 0 0,1 1 1 0 0,1 1-1 0 0,0-1 1 0 0,18-20-1 0 0,-24 33-191 0 0,0 1 0 0 0,0-1 0 0 0,0 1 0 0 0,1 1 0 0 0,0-1 0 0 0,0 1 0 0 0,0 0 0 0 0,0 0 0 0 0,1 0 0 0 0,-1 1 0 0 0,1 0 0 0 0,0 1 0 0 0,0 0 0 0 0,0 0 0 0 0,0 0 0 0 0,10-1 0 0 0,-16 3-47 0 0,0 0-1 0 0,1 0 1 0 0,-1 0-1 0 0,0 0 1 0 0,0 0 0 0 0,0 0-1 0 0,0 0 1 0 0,0 0-1 0 0,0 0 1 0 0,0 0-1 0 0,0 1 1 0 0,0-1-1 0 0,0 1 1 0 0,0-1 0 0 0,0 0-1 0 0,0 1 1 0 0,0 0-1 0 0,0-1 1 0 0,0 1-1 0 0,1 1 1 0 0,-1-1-17 0 0,-1 0 0 0 0,1 0 0 0 0,-1 0 0 0 0,1 0 0 0 0,-1 0 1 0 0,0 0-1 0 0,0 0 0 0 0,1 0 0 0 0,-1 0 0 0 0,0 0 0 0 0,0 0 0 0 0,0 1 0 0 0,0-1 0 0 0,0 0 0 0 0,0 0 1 0 0,-1 2-1 0 0,-1 3-32 0 0,1 0 1 0 0,-2 0 0 0 0,1 0 0 0 0,-1-1 0 0 0,-6 11 0 0 0,-3 1-408 0 0,0-2 1 0 0,-1 0-1 0 0,0 0 0 0 0,-1-1 1 0 0,-1-1-1 0 0,-21 15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9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12439 0 0,'3'14'2113'0'0,"0"-1"-1"0"0,7 22 1 0 0,-5-22-1575 0 0,1 1 0 0 0,0-1 1 0 0,1 0-1 0 0,14 19 1 0 0,-20-31-555 0 0,-1 0 1 0 0,0 0 0 0 0,1-1-1 0 0,-1 1 1 0 0,1 0 0 0 0,-1 0 0 0 0,1-1-1 0 0,0 1 1 0 0,-1-1 0 0 0,1 1 0 0 0,0 0-1 0 0,-1-1 1 0 0,1 1 0 0 0,0-1 0 0 0,0 0-1 0 0,0 1 1 0 0,-1-1 0 0 0,1 0 0 0 0,0 1-1 0 0,0-1 1 0 0,0 0 0 0 0,0 0-1 0 0,0 0 1 0 0,-1 1 0 0 0,1-1 0 0 0,0 0-1 0 0,0 0 1 0 0,0-1 0 0 0,0 1 0 0 0,0 0-1 0 0,0 0 1 0 0,-1 0 0 0 0,1 0 0 0 0,1-1-1 0 0,0-1-143 0 0,1 0-1 0 0,-1 0 1 0 0,-1 1 0 0 0,1-1-1 0 0,0-1 1 0 0,0 1-1 0 0,-1 0 1 0 0,1 0-1 0 0,-1-1 1 0 0,2-2 0 0 0,6-14-1350 0 0,-2 0 0 0 0,0 0 0 0 0,7-29 0 0 0,6-34 7216 0 0,-18 91-4074 0 0,3 17-1196 0 0,-5-24-201 0 0,2 18 62 0 0,1 2 88 0 0,9 41 0 0 0,-10-57-455 0 0,0 0 0 0 0,0-1 0 0 0,0 1-1 0 0,1-1 1 0 0,0 1 0 0 0,0-1 0 0 0,0 0 0 0 0,1 0-1 0 0,0 0 1 0 0,0-1 0 0 0,8 8 0 0 0,-3-6-1235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9.5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18431 0 0,'33'280'3158'0'0,"-19"-142"-2244"0"0,-7-78-1913 0 0,2 22-4183 0 0,-5-41-1821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9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202 155 15663 0 0,'3'-5'303'0'0,"-1"0"-1"0"0,0 1 1 0 0,0-1-1 0 0,0-1 1 0 0,0 1-1 0 0,-1 0 1 0 0,0 0 0 0 0,0 0-1 0 0,-1-1 1 0 0,1 1-1 0 0,-1-10 1 0 0,0 10-162 0 0,-1 0 1 0 0,1 0 0 0 0,-1 0 0 0 0,0 1-1 0 0,0-1 1 0 0,-1 0 0 0 0,1 0-1 0 0,-1 1 1 0 0,0-1 0 0 0,0 1 0 0 0,0 0-1 0 0,-1 0 1 0 0,-3-5 0 0 0,5 8-175 0 0,0 0 0 0 0,0-1 1 0 0,-1 1-1 0 0,1 0 0 0 0,0 0 1 0 0,-1 0-1 0 0,1 0 0 0 0,-1 0 0 0 0,1 1 1 0 0,-1-1-1 0 0,1 0 0 0 0,-1 1 1 0 0,0-1-1 0 0,1 1 0 0 0,-1-1 0 0 0,0 1 1 0 0,1 0-1 0 0,-1 0 0 0 0,-2 0 1 0 0,0 0-93 0 0,1 1 1 0 0,0-1 0 0 0,0 1 0 0 0,0 0 0 0 0,0 0-1 0 0,0 0 1 0 0,0 1 0 0 0,0-1 0 0 0,-5 4 0 0 0,-1 2-253 0 0,0 0 0 0 0,0 1 0 0 0,1 0 0 0 0,-13 15 0 0 0,7-6 367 0 0,-20 32 0 0 0,31-44 123 0 0,0 0 0 0 0,0 1 0 0 0,1-1 0 0 0,0 1-1 0 0,0 0 1 0 0,0-1 0 0 0,0 1 0 0 0,1 0 0 0 0,0 0 0 0 0,0 0-1 0 0,1 8 1 0 0,0-13-99 0 0,0 0 0 0 0,0-1 0 0 0,0 1-1 0 0,0 0 1 0 0,0-1 0 0 0,0 1 0 0 0,1 0-1 0 0,-1-1 1 0 0,0 1 0 0 0,0 0 0 0 0,1-1 0 0 0,-1 1-1 0 0,0 0 1 0 0,1-1 0 0 0,-1 1 0 0 0,1-1-1 0 0,-1 1 1 0 0,1-1 0 0 0,-1 1 0 0 0,1-1 0 0 0,-1 1-1 0 0,1-1 1 0 0,-1 0 0 0 0,1 1 0 0 0,1 0-1 0 0,-1-1-9 0 0,1 0-1 0 0,-1 1 1 0 0,1-1-1 0 0,-1 0 0 0 0,1 0 1 0 0,-1 0-1 0 0,1 0 1 0 0,-1 0-1 0 0,1 0 0 0 0,0 0 1 0 0,1-1-1 0 0,5-1-27 0 0,0-1 1 0 0,-1 0-1 0 0,11-5 0 0 0,-17 7 32 0 0,1 0-26 0 0,8-4 124 0 0,1 0-1 0 0,0 0 1 0 0,0 1-1 0 0,19-5 0 0 0,-27 8-18 0 0,0 1-1 0 0,0 0 0 0 0,0-1 0 0 0,0 1 0 0 0,0 0 1 0 0,0 1-1 0 0,0-1 0 0 0,0 0 0 0 0,0 1 1 0 0,0 0-1 0 0,0 0 0 0 0,0 0 0 0 0,0 0 1 0 0,0 0-1 0 0,0 0 0 0 0,-1 1 0 0 0,1-1 0 0 0,-1 1 1 0 0,1 0-1 0 0,-1 0 0 0 0,0 0 0 0 0,1 0 1 0 0,1 3-1 0 0,3 4 16 0 0,-1 0 0 0 0,0 0 0 0 0,-1 0 0 0 0,0 1 0 0 0,0 0 1 0 0,-1 0-1 0 0,5 16 0 0 0,0 17-7352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20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 12439 0 0,'1'0'158'0'0,"0"1"-1"0"0,1-1 0 0 0,-1 1 0 0 0,0-1 1 0 0,0 1-1 0 0,1-1 0 0 0,-1 1 0 0 0,0 0 1 0 0,0 0-1 0 0,0-1 0 0 0,0 1 1 0 0,0 0-1 0 0,0 0 0 0 0,0 0 0 0 0,0 0 1 0 0,0 0-1 0 0,0 0 0 0 0,-1 1 0 0 0,2 1 1 0 0,14 28 2751 0 0,-13-24-2756 0 0,18 43 1794 0 0,-13-29-1574 0 0,0-1-1 0 0,17 27 0 0 0,-24-46-395 0 0,-1 0-1 0 0,0 0 0 0 0,1-1 1 0 0,-1 1-1 0 0,1 0 0 0 0,-1 0 1 0 0,1-1-1 0 0,0 1 0 0 0,-1-1 1 0 0,1 1-1 0 0,0-1 0 0 0,-1 1 1 0 0,1-1-1 0 0,0 1 0 0 0,0-1 1 0 0,-1 1-1 0 0,1-1 0 0 0,0 0 1 0 0,0 1-1 0 0,0-1 0 0 0,1 0 1 0 0,-1 0-26 0 0,0 0 0 0 0,0 0 0 0 0,-1-1 1 0 0,1 1-1 0 0,0 0 0 0 0,0-1 0 0 0,0 1 1 0 0,-1 0-1 0 0,1-1 0 0 0,0 1 0 0 0,-1-1 1 0 0,1 1-1 0 0,0-1 0 0 0,-1 0 0 0 0,1 1 1 0 0,-1-1-1 0 0,1 0 0 0 0,0 0 0 0 0,2-5-152 0 0,1 0 0 0 0,-1 0 0 0 0,-1 0 0 0 0,3-9-1 0 0,-4 14 239 0 0,9-30 258 0 0,19-48 1050 0 0,-24 68-1104 0 0,0 0 0 0 0,1 0 0 0 0,0 1 0 0 0,13-17 0 0 0,-17 25-198 0 0,-1 0-1 0 0,1 0 0 0 0,0 0 0 0 0,0 0 1 0 0,0 1-1 0 0,1-1 0 0 0,-1 1 0 0 0,0-1 0 0 0,0 1 1 0 0,1 0-1 0 0,-1-1 0 0 0,5 0 0 0 0,-5 2-31 0 0,-1 0 0 0 0,0 0 0 0 0,1-1 0 0 0,-1 2 0 0 0,0-1 0 0 0,1 0 0 0 0,-1 0 0 0 0,0 0 0 0 0,0 0 0 0 0,1 1 0 0 0,-1-1 0 0 0,0 1 0 0 0,0-1 1 0 0,1 1-1 0 0,-1-1 0 0 0,0 1 0 0 0,0 0 0 0 0,0 0 0 0 0,0-1 0 0 0,0 1 0 0 0,0 0 0 0 0,0 0 0 0 0,0 0 0 0 0,0 0 0 0 0,-1 0 0 0 0,1 0 0 0 0,1 2 0 0 0,4 9-19 0 0,0 0 0 0 0,-1 0 0 0 0,0 0 1 0 0,5 20-1 0 0,5 13-2673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20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123 106 3679 0 0,'25'-45'18005'0'0,"-24"40"-17147"0"0,-2 4-897 0 0,1 1 0 0 0,0-1 1 0 0,0 0-1 0 0,0 1 0 0 0,0-1 0 0 0,0 0 0 0 0,-1 1 0 0 0,1-1 1 0 0,0 0-1 0 0,-1 1 0 0 0,1-1 0 0 0,0 1 0 0 0,-1-1 0 0 0,1 1 1 0 0,-1-1-1 0 0,0 0 0 0 0,0 1 47 0 0,0-1 0 0 0,0 0 0 0 0,-1 1 0 0 0,1-1 0 0 0,0 1 0 0 0,0 0 0 0 0,-1 0 0 0 0,1-1 0 0 0,0 1 1 0 0,-1 0-1 0 0,1 0 0 0 0,0 0 0 0 0,-1 0 0 0 0,1 0 0 0 0,0 1 0 0 0,-1-1 0 0 0,1 0 0 0 0,0 1 0 0 0,-1-1 0 0 0,1 0 0 0 0,0 1 0 0 0,0 0 0 0 0,-2 0 1 0 0,-26 17-471 0 0,21-12 402 0 0,0 1 0 0 0,0 0 1 0 0,1 0-1 0 0,0 1 0 0 0,0 0 1 0 0,1 0-1 0 0,0 1 0 0 0,-9 17 0 0 0,14-22 58 0 0,-1 0 0 0 0,0 0-1 0 0,1 0 1 0 0,0 0 0 0 0,0 1-1 0 0,0-1 1 0 0,1 0 0 0 0,-1 1-1 0 0,1-1 1 0 0,1 6 0 0 0,-1-7-37 0 0,1 0-1 0 0,-1 0 1 0 0,1 0 0 0 0,0 0-1 0 0,0 0 1 0 0,1 0 0 0 0,-1 0-1 0 0,0 0 1 0 0,1-1 0 0 0,0 1-1 0 0,0-1 1 0 0,0 1 0 0 0,0-1-1 0 0,0 0 1 0 0,5 4 0 0 0,0 0-276 0 0,0-1 1 0 0,1-1 0 0 0,0 0-1 0 0,0 0 1 0 0,1 0-1 0 0,-1-1 1 0 0,1 0-1 0 0,-1-1 1 0 0,1 1 0 0 0,0-2-1 0 0,12 2 1 0 0,1-2-140 0 0,1 0 0 0 0,-1-2 1 0 0,32-4-1 0 0,-42 3 130 0 0,0 0 0 0 0,0-1-1 0 0,0 0 1 0 0,0-1 0 0 0,0-1 0 0 0,15-8 0 0 0,-20 9 306 0 0,0 0 1 0 0,0-1-1 0 0,0 0 1 0 0,-1 0-1 0 0,9-10 1 0 0,-11 10 747 0 0,1 0 1 0 0,-2-1-1 0 0,1 1 1 0 0,4-8 0 0 0,7-16 5096 0 0,-10 23-5731 0 0,-1-1 0 0 0,-1 0 0 0 0,1 0 0 0 0,-1-1 0 0 0,-1 1 0 0 0,1 0 0 0 0,-1-1 0 0 0,2-14 0 0 0,-3 17-117 0 0,-1 1 0 0 0,0-1 0 0 0,0 1-1 0 0,-1-1 1 0 0,1 1 0 0 0,-1-1 0 0 0,0 1-1 0 0,0 0 1 0 0,-3-8 0 0 0,3 11 6 0 0,0-1-1 0 0,0 1 1 0 0,1-1 0 0 0,-1 1 0 0 0,0 0-1 0 0,0 0 1 0 0,0-1 0 0 0,-1 1 0 0 0,1 0-1 0 0,0 0 1 0 0,0 0 0 0 0,0 0 0 0 0,-1 0-1 0 0,1 0 1 0 0,-1 1 0 0 0,1-1 0 0 0,-1 0-1 0 0,1 1 1 0 0,-1-1 0 0 0,1 1 0 0 0,-1-1-1 0 0,1 1 1 0 0,-1 0 0 0 0,1 0 0 0 0,-1 0-1 0 0,0 0 1 0 0,1 0 0 0 0,-1 0 0 0 0,1 0-1 0 0,-3 1 1 0 0,-2 0-25 0 0,-1 1 0 0 0,1 0 0 0 0,0 1 0 0 0,0 0 0 0 0,0 0 0 0 0,0 0 0 0 0,1 0 0 0 0,-1 1 0 0 0,1 0 1 0 0,-10 9-1 0 0,4-2 23 0 0,0 1 1 0 0,1 0 0 0 0,-13 18 0 0 0,18-21 50 0 0,-1 0 0 0 0,1 0 0 0 0,1 0 0 0 0,-1 1-1 0 0,2-1 1 0 0,-1 1 0 0 0,1 0 0 0 0,1 0 0 0 0,-3 19 0 0 0,5-24 16 0 0,0 1 0 0 0,0 0-1 0 0,0 0 1 0 0,1-1 0 0 0,0 1 0 0 0,0-1 0 0 0,0 1 0 0 0,1-1 0 0 0,0 1 0 0 0,0-1 0 0 0,0 0 0 0 0,1 0 0 0 0,0 0 0 0 0,-1 0 0 0 0,2 0 0 0 0,-1 0 0 0 0,1-1 0 0 0,-1 0 0 0 0,7 6-1 0 0,1-2 6 0 0,0 0 0 0 0,0 0 0 0 0,1-1-1 0 0,-1-1 1 0 0,2 0 0 0 0,-1 0 0 0 0,1-2-1 0 0,-1 1 1 0 0,2-2 0 0 0,14 3-1 0 0,10 1-24 0 0,1-2 0 0 0,48-1 0 0 0,-27-5-187 0 0,3-4-75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22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0 17967 0 0,'-2'94'4064'0'0,"2"-32"-3850"0"0,-10 440 175 0 0,6-445-541 0 0,0-14-478 0 0,3 83 0 0 0,-2-143 62 0 0,0 0 0 0 0,-2 1 0 0 0,-11-29 0 0 0,-31-63 2590 0 0,39 89-1885 0 0,5 13-38 0 0,-32-65 887 0 0,30 64-900 0 0,1 0-1 0 0,-1 0 1 0 0,0 1 0 0 0,-1-1-1 0 0,1 1 1 0 0,-1 0 0 0 0,-9-6-1 0 0,14 11-84 0 0,-1 0 0 0 0,0 0 0 0 0,1 0 0 0 0,-1 0 0 0 0,0 0 0 0 0,1 1 0 0 0,-1-1 0 0 0,0 1 0 0 0,0-1 0 0 0,0 1 0 0 0,1-1 0 0 0,-1 1 0 0 0,0 0 0 0 0,0 0 0 0 0,0 0 0 0 0,0 0 0 0 0,0 0 0 0 0,-2 1 0 0 0,1 0-8 0 0,0 0 0 0 0,0 0 1 0 0,0 0-1 0 0,1 1 0 0 0,-1-1 1 0 0,0 1-1 0 0,1 0 0 0 0,-1 0 1 0 0,-4 4-1 0 0,0 1-13 0 0,1 0 0 0 0,0 0-1 0 0,1 1 1 0 0,0 0 0 0 0,0 0 0 0 0,-5 11 0 0 0,5-7-40 0 0,0 0 0 0 0,1 0-1 0 0,0 1 1 0 0,1-1 0 0 0,1 1 0 0 0,0-1 0 0 0,0 1 0 0 0,2 0 0 0 0,-1 0-1 0 0,2-1 1 0 0,2 19 0 0 0,-2-22-213 0 0,1 0 0 0 0,1 0-1 0 0,-1 0 1 0 0,2-1 0 0 0,-1 1 0 0 0,1-1 0 0 0,0 0-1 0 0,1 0 1 0 0,0 0 0 0 0,0 0 0 0 0,1-1-1 0 0,0 0 1 0 0,0 0 0 0 0,1-1 0 0 0,-1 0-1 0 0,13 9 1 0 0,-3-5-347 0 0,-1-1 0 0 0,1-1 0 0 0,1 0 0 0 0,-1-1 0 0 0,1-1 0 0 0,0 0 0 0 0,1-2 0 0 0,0 0 0 0 0,-1 0 0 0 0,1-2 0 0 0,0 0-1 0 0,28-2 1 0 0,-29 0 838 0 0,-1-2 0 0 0,1 0-1 0 0,-1-1 1 0 0,0 0 0 0 0,0-1 0 0 0,0-1-1 0 0,-1-1 1 0 0,1 0 0 0 0,-1-1-1 0 0,-1-1 1 0 0,1 0 0 0 0,-1-1-1 0 0,23-19 1 0 0,-24 16 413 0 0,0 0 1 0 0,-1-1-1 0 0,-1-1 1 0 0,0 0-1 0 0,-1 0 0 0 0,15-29 1 0 0,-22 36-475 0 0,1 0 1 0 0,-1 0 0 0 0,-1-1-1 0 0,1 1 1 0 0,-1-1 0 0 0,-1 1-1 0 0,1-1 1 0 0,-1 0 0 0 0,-1 0-1 0 0,0 0 1 0 0,0 0-1 0 0,0 0 1 0 0,-1 1 0 0 0,0-1-1 0 0,0 0 1 0 0,-1 0 0 0 0,-4-11-1 0 0,5 17-121 0 0,1 0 0 0 0,-1 0-1 0 0,0 0 1 0 0,0 0 0 0 0,0 0 0 0 0,0 1-1 0 0,-1-1 1 0 0,1 0 0 0 0,-1 0 0 0 0,1 1 0 0 0,-1-1-1 0 0,1 1 1 0 0,-1-1 0 0 0,0 1 0 0 0,1 0-1 0 0,-1 0 1 0 0,0-1 0 0 0,0 1 0 0 0,-3-1-1 0 0,2 2-78 0 0,1 0 0 0 0,-1-1 0 0 0,1 1-1 0 0,-1 0 1 0 0,1 0 0 0 0,-1 0-1 0 0,1 1 1 0 0,-1-1 0 0 0,1 1 0 0 0,-1-1-1 0 0,1 1 1 0 0,-1 0 0 0 0,1 0 0 0 0,-3 1-1 0 0,-4 3-141 0 0,0 1 0 0 0,1-1 0 0 0,0 2 0 0 0,0-1 0 0 0,1 1 0 0 0,-1 0 0 0 0,-6 9 0 0 0,4-3 325 0 0,0 1 0 0 0,0 0 0 0 0,-9 21 0 0 0,16-29-74 0 0,0 0 1 0 0,1 0-1 0 0,-1 0 1 0 0,1 1-1 0 0,1-1 1 0 0,-1 1-1 0 0,1-1 1 0 0,0 1 0 0 0,1 0-1 0 0,0-1 1 0 0,0 10-1 0 0,1-14-65 0 0,-1 1-1 0 0,1-1 0 0 0,-1 0 1 0 0,1 0-1 0 0,0 0 0 0 0,0 0 1 0 0,0 0-1 0 0,0 0 0 0 0,1 0 1 0 0,-1 0-1 0 0,0 0 0 0 0,1 0 1 0 0,-1-1-1 0 0,1 1 1 0 0,0-1-1 0 0,-1 1 0 0 0,1-1 1 0 0,0 1-1 0 0,0-1 0 0 0,0 0 1 0 0,0 0-1 0 0,0 0 0 0 0,0 0 1 0 0,0-1-1 0 0,0 1 0 0 0,1 0 1 0 0,3 0-1 0 0,5 1 66 0 0,1-1 1 0 0,0 0-1 0 0,-1-1 0 0 0,14-1 1 0 0,-10 0 351 0 0,0 0 4 0 0,0 1 0 0 0,0 1 0 0 0,26 4 0 0 0,-37-4-371 0 0,1 0 0 0 0,0 0 0 0 0,-1 1 0 0 0,1 0 0 0 0,-1 0 0 0 0,1 0 0 0 0,-1 0 0 0 0,0 1 0 0 0,0 0 0 0 0,0-1 0 0 0,0 2 0 0 0,0-1 0 0 0,-1 0 0 0 0,0 1 0 0 0,5 5 0 0 0,-2 1-71 0 0,0 1 1 0 0,0 0-1 0 0,4 11 0 0 0,-5-9-396 0 0,12 21-1 0 0,-17-34 365 0 0,0 1 0 0 0,0-1 1 0 0,0 0-1 0 0,1 1 0 0 0,-1-1 0 0 0,0 0 0 0 0,0 1 0 0 0,0-1 0 0 0,0 0 1 0 0,1 1-1 0 0,-1-1 0 0 0,0 0 0 0 0,0 0 0 0 0,0 1 0 0 0,1-1 0 0 0,-1 0 1 0 0,0 0-1 0 0,1 1 0 0 0,-1-1 0 0 0,0 0 0 0 0,0 0 0 0 0,1 0 0 0 0,-1 1 1 0 0,0-1-1 0 0,1 0 0 0 0,-1 0 0 0 0,0 0 0 0 0,1 0 0 0 0,-1 0 0 0 0,1 0 1 0 0,-1 0-1 0 0,0 0 0 0 0,1 0 0 0 0,-1 0 0 0 0,0 0 0 0 0,1 0 0 0 0,-1 0 0 0 0,0 0 1 0 0,1 0-1 0 0,-1 0 0 0 0,0 0 0 0 0,1 0 0 0 0,-1-1 0 0 0,0 1 0 0 0,1 0 1 0 0,-1 0-1 0 0,1-1 0 0 0,2-4-1291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22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645 203 4607 0 0,'2'-4'1081'0'0,"0"0"-1"0"0,0 0 0 0 0,1 0 0 0 0,-1 0 0 0 0,1 0 0 0 0,0 1 0 0 0,0-1 0 0 0,1 1 0 0 0,6-5 0 0 0,-9 7-881 0 0,1 0 0 0 0,0 0-1 0 0,-1 0 1 0 0,1 0 0 0 0,0 1-1 0 0,-1-1 1 0 0,1 1 0 0 0,0-1-1 0 0,0 1 1 0 0,-1 0 0 0 0,1 0-1 0 0,0 0 1 0 0,0 0 0 0 0,0 0-1 0 0,-1 0 1 0 0,1 0 0 0 0,0 1-1 0 0,0-1 1 0 0,-1 1 0 0 0,1-1-1 0 0,0 1 1 0 0,-1-1 0 0 0,1 1-1 0 0,0 0 1 0 0,-1 0 0 0 0,1 0-1 0 0,-1 0 1 0 0,2 1 0 0 0,11 10 456 0 0,-1 0 1 0 0,19 23 0 0 0,-19-20-676 0 0,0-1 0 0 0,17 13-1 0 0,-23-21-83 0 0,0-1-1 0 0,0 0 1 0 0,1 0-1 0 0,0-1 1 0 0,0 0-1 0 0,0 0 1 0 0,0-1-1 0 0,0 0 1 0 0,1-1-1 0 0,10 2 1 0 0,-15-3-95 0 0,0-1 0 0 0,1 0 0 0 0,-1 0 0 0 0,0 0 0 0 0,1 0 0 0 0,-1-1 0 0 0,0 0 0 0 0,0 0 0 0 0,0 0 0 0 0,0 0 1 0 0,0 0-1 0 0,0-1 0 0 0,0 0 0 0 0,0 0 0 0 0,0 0 0 0 0,-1 0 0 0 0,1-1 0 0 0,-1 0 0 0 0,1 1 0 0 0,-1-1 0 0 0,0 0 0 0 0,0 0 1 0 0,2-4-1 0 0,4-6-383 0 0,-1 0 0 0 0,0-1 1 0 0,-1 0-1 0 0,0 0 1 0 0,-1-1-1 0 0,-1 0 0 0 0,6-23 1 0 0,3-37 2807 0 0,-6 2 4299 0 0,-38 154-4833 0 0,-141 373-1016 0 0,140-386-523 0 0,-3-2 0 0 0,-2-1 0 0 0,-4-2-1 0 0,-71 87 1 0 0,-36 10 113 0 0,113-128-248 0 0,-1-2 0 0 0,-64 43 0 0 0,83-63 0 0 0,-1 0-1 0 0,0-1 0 0 0,0-2 1 0 0,-1 1-1 0 0,0-2 1 0 0,-21 5-1 0 0,26-8-206 0 0,1-1-1 0 0,-1-1 1 0 0,1 0-1 0 0,-1-1 1 0 0,0 0 0 0 0,1-1-1 0 0,-1 0 1 0 0,1-1 0 0 0,0-1-1 0 0,-17-5 1 0 0,-25-12-7970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39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1 141 24 0 0,'54'10'178'0'0,"31"-2"9053"0"0,3-6 1752 0 0,-31-2-7690 0 0,-5 0-6269 0 0,843-18 3318 0 0,3-37-370 0 0,-378 21 28 0 0,-97 7 0 0 0,849 1 11 0 0,-1162 30 26 0 0,234 12 43 0 0,-243-9-81 0 0,221 25-8 0 0,-307-30-1330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2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1005 16127 0 0,'44'-89'4249'0'0,"-2"6"-3698"0"0,-35 65-491 0 0,-1 0 0 0 0,0-1 0 0 0,5-29 1 0 0,-10 35-112 0 0,0 0 0 0 0,0 0 1 0 0,-1 1-1 0 0,-1-1 1 0 0,0 0-1 0 0,-4-18 1 0 0,-4-7-568 0 0,-3 0 0 0 0,-20-47-1 0 0,-42-69-258 0 0,44 95 1593 0 0,1-2 1 0 0,-29-95-1 0 0,55 135 460 0 0,3 21-1157 0 0,3 12 90 0 0,-1 11-341 0 0,-1 0 0 0 0,0 1 0 0 0,-2-1 0 0 0,-1 0 0 0 0,-5 25 0 0 0,4-25-56 0 0,-1 4 28 0 0,2-18 166 0 0,0-1-1 0 0,1 1 1 0 0,0-1-1 0 0,0 1 1 0 0,1-1-1 0 0,0 1 1 0 0,2 9-1 0 0,-2-18 98 0 0,0 0 0 0 0,0 0 1 0 0,0 0-1 0 0,0 1 0 0 0,0-1 0 0 0,0 0 0 0 0,0 0 0 0 0,0 0 0 0 0,0 0 0 0 0,0 0 1 0 0,0 1-1 0 0,0-1 0 0 0,0 0 0 0 0,0 0 0 0 0,0 0 0 0 0,0 0 0 0 0,0 0 0 0 0,0 1 0 0 0,0-1 1 0 0,0 0-1 0 0,0 0 0 0 0,1 0 0 0 0,-1 0 0 0 0,0 0 0 0 0,0 0 0 0 0,0 0 0 0 0,0 1 1 0 0,0-1-1 0 0,0 0 0 0 0,0 0 0 0 0,1 0 0 0 0,-1 0 0 0 0,0 0 0 0 0,0 0 0 0 0,0 0 0 0 0,0 0 1 0 0,0 0-1 0 0,1 0 0 0 0,-1 0 0 0 0,0 0 0 0 0,0 0 0 0 0,0 0 0 0 0,0 0 0 0 0,0 0 1 0 0,1 0-1 0 0,-1 0 0 0 0,0 0 0 0 0,0 0 0 0 0,0 0 0 0 0,0 0 0 0 0,0 0 0 0 0,1 0 1 0 0,-1 0-1 0 0,0 0 0 0 0,7-11 386 0 0,2-14 288 0 0,10-56 183 0 0,-14 51-725 0 0,2 1 1 0 0,1 1 0 0 0,22-52-1 0 0,-29 77-136 0 0,1 1 0 0 0,-1-1 0 0 0,1 1 1 0 0,-1-1-1 0 0,1 1 0 0 0,0 0 0 0 0,0-1 0 0 0,0 1 0 0 0,0 0 0 0 0,0 0 0 0 0,4-2 0 0 0,-5 4 7 0 0,0-1 0 0 0,1 1 0 0 0,-1-1-1 0 0,0 1 1 0 0,1 0 0 0 0,-1-1 0 0 0,0 1-1 0 0,1 0 1 0 0,-1 0 0 0 0,0 0-1 0 0,1 0 1 0 0,-1 0 0 0 0,0 0 0 0 0,1 0-1 0 0,-1 1 1 0 0,0-1 0 0 0,1 1 0 0 0,-1-1-1 0 0,0 0 1 0 0,1 1 0 0 0,-1 0 0 0 0,0-1-1 0 0,0 1 1 0 0,0 0 0 0 0,0 0-1 0 0,2 1 1 0 0,48 37 122 0 0,102 72-266 0 0,-110-81-1596 0 0,-23-15-5402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3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1 338 16127 0 0,'23'-7'218'0'0,"-1"0"0"0"0,1-1-1 0 0,-1-1 1 0 0,-1-1 0 0 0,0-1-1 0 0,0-1 1 0 0,32-25 0 0 0,-46 32-405 0 0,-1 0 0 0 0,0 0 0 0 0,0-1 0 0 0,0 0 1 0 0,-1 0-1 0 0,0-1 0 0 0,0 0 0 0 0,-1 1 0 0 0,0-2 1 0 0,0 1-1 0 0,5-13 0 0 0,-8 16 22 0 0,1-1 0 0 0,-1 0 0 0 0,0 1 0 0 0,-1-1 1 0 0,1 1-1 0 0,-1-1 0 0 0,0 0 0 0 0,0 1 0 0 0,-1-1 0 0 0,1 0 0 0 0,-1 1 0 0 0,0-1 0 0 0,0 1 1 0 0,0-1-1 0 0,-1 1 0 0 0,0-1 0 0 0,0 1 0 0 0,0 0 0 0 0,0 0 0 0 0,-1 0 0 0 0,-5-7 0 0 0,5 7 192 0 0,0 0 0 0 0,0 1 0 0 0,-1-1 0 0 0,0 1 0 0 0,0 0-1 0 0,0 0 1 0 0,0 0 0 0 0,0 0 0 0 0,0 1 0 0 0,-1 0 0 0 0,1 0-1 0 0,-8-3 1 0 0,8 4 67 0 0,1 1 0 0 0,-1-1 0 0 0,0 1 0 0 0,0 0 0 0 0,0 0 0 0 0,1 0 0 0 0,-1 0 0 0 0,0 1 0 0 0,0-1 0 0 0,1 1 0 0 0,-1 0 0 0 0,0 0 0 0 0,1 1-1 0 0,-1-1 1 0 0,1 1 0 0 0,-1-1 0 0 0,-2 3 0 0 0,-2 2-2 0 0,0 0 0 0 0,1 0 0 0 0,0 1-1 0 0,0 0 1 0 0,0 0 0 0 0,1 0 0 0 0,1 1 0 0 0,-1 0-1 0 0,1 0 1 0 0,0 1 0 0 0,1-1 0 0 0,0 1-1 0 0,0 0 1 0 0,-4 19 0 0 0,5-17-50 0 0,0 0 1 0 0,1 1-1 0 0,0 0 1 0 0,1-1-1 0 0,1 1 0 0 0,0 0 1 0 0,0 0-1 0 0,1-1 1 0 0,1 1-1 0 0,0-1 0 0 0,0 1 1 0 0,5 11-1 0 0,-5-17 42 0 0,1 0-1 0 0,0-1 0 0 0,0 1 1 0 0,1 0-1 0 0,-1-1 0 0 0,1 0 1 0 0,0 0-1 0 0,1 0 1 0 0,-1 0-1 0 0,1-1 0 0 0,0 0 1 0 0,0 0-1 0 0,0 0 0 0 0,1 0 1 0 0,6 2-1 0 0,-8-4-1 0 0,0 0 0 0 0,0 0 0 0 0,0-1 0 0 0,1 0-1 0 0,-1 0 1 0 0,0 0 0 0 0,1 0 0 0 0,-1-1 0 0 0,0 0 0 0 0,1 0 0 0 0,-1 0 0 0 0,1 0 0 0 0,-1-1 0 0 0,0 1-1 0 0,1-1 1 0 0,-1 0 0 0 0,0-1 0 0 0,0 1 0 0 0,0-1 0 0 0,1 1 0 0 0,-2-1 0 0 0,8-5 0 0 0,4-5-274 0 0,0-1 0 0 0,-1 0 0 0 0,-1 0 0 0 0,15-21 0 0 0,26-25-1150 0 0,-52 57 1332 0 0,1-1-1 0 0,-1 1 1 0 0,1-1-1 0 0,0 1 1 0 0,0 0-1 0 0,6-3 1 0 0,-8 5 41 0 0,0 0-1 0 0,0 0 1 0 0,0-1 0 0 0,0 1-1 0 0,0 0 1 0 0,0 0 0 0 0,0 0-1 0 0,0 0 1 0 0,-1 0 0 0 0,1 1-1 0 0,0-1 1 0 0,0 0 0 0 0,0 0-1 0 0,0 0 1 0 0,0 1 0 0 0,0-1-1 0 0,-1 1 1 0 0,1-1 0 0 0,0 0-1 0 0,0 1 1 0 0,-1-1 0 0 0,1 1-1 0 0,0 0 1 0 0,-1-1 0 0 0,1 1-1 0 0,0 0 1 0 0,-1-1 0 0 0,1 1-1 0 0,-1 0 1 0 0,1 0 0 0 0,-1-1-1 0 0,1 2 1 0 0,11 20 318 0 0,16 37 1 0 0,4 7-422 0 0,-27-57 116 0 0,0-1 0 0 0,1 0 0 0 0,0 0 0 0 0,0 0 0 0 0,9 8 0 0 0,-14-15 22 0 0,0 0 1 0 0,0 0 0 0 0,0 0 0 0 0,0 0 0 0 0,0-1 0 0 0,0 1 0 0 0,1 0 0 0 0,-1-1 0 0 0,0 1 0 0 0,0-1-1 0 0,0 1 1 0 0,1-1 0 0 0,-1 0 0 0 0,0 1 0 0 0,0-1 0 0 0,1 0 0 0 0,-1 0 0 0 0,0 0 0 0 0,1 0 0 0 0,1 0 0 0 0,-1-1 23 0 0,0 1 1 0 0,0-1-1 0 0,-1 0 1 0 0,1 0-1 0 0,0 0 1 0 0,0 0-1 0 0,-1 0 1 0 0,1 0-1 0 0,-1 0 1 0 0,1-1-1 0 0,-1 1 1 0 0,2-3-1 0 0,3-4 141 0 0,0 0 0 0 0,0-1 0 0 0,-1 1 0 0 0,4-13 0 0 0,-7 18-230 0 0,10-28 339 0 0,17-60 1 0 0,-13 36-2011 0 0,3 1-4729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3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0 167 2759 0 0,'39'10'10411'0'0,"3"-5"-5492"0"0,-28-4-4480 0 0,1-1-1 0 0,0-1 1 0 0,-1 0-1 0 0,1-1 1 0 0,-1 0 0 0 0,22-7-1 0 0,-30 7-584 0 0,-1 0 0 0 0,1 0-1 0 0,-1-1 1 0 0,1 0 0 0 0,-1 0-1 0 0,0-1 1 0 0,0 1 0 0 0,0-1 0 0 0,0 0-1 0 0,-1 0 1 0 0,0-1 0 0 0,0 1 0 0 0,6-10-1 0 0,-8 11 26 0 0,0 1 0 0 0,-1-1 0 0 0,0 0 0 0 0,0 0 0 0 0,0 1 0 0 0,0-1 0 0 0,0 0 0 0 0,0 0 0 0 0,-1 0 0 0 0,0-1-1 0 0,1 1 1 0 0,-1 0 0 0 0,0 0 0 0 0,0 0 0 0 0,-1 0 0 0 0,1 0 0 0 0,-1 0 0 0 0,0 0 0 0 0,1 0 0 0 0,-1 0 0 0 0,0 0 0 0 0,-1 1 0 0 0,1-1 0 0 0,0 0 0 0 0,-1 0 0 0 0,0 1-1 0 0,1-1 1 0 0,-1 1 0 0 0,-3-3 0 0 0,3 3 129 0 0,1 0-1 0 0,-1 0 0 0 0,0 0 0 0 0,0 1 1 0 0,0-1-1 0 0,-1 1 0 0 0,1-1 0 0 0,0 1 1 0 0,0 0-1 0 0,-1-1 0 0 0,1 1 0 0 0,-1 1 1 0 0,1-1-1 0 0,-1 0 0 0 0,0 1 0 0 0,1-1 1 0 0,-1 1-1 0 0,-2-1 0 0 0,0 2 31 0 0,1-1 0 0 0,0 1 0 0 0,0-1 0 0 0,0 1 0 0 0,0 1 0 0 0,-1-1 0 0 0,1 0 0 0 0,1 1 0 0 0,-1 0 0 0 0,-6 3 0 0 0,2 1 27 0 0,1-1-1 0 0,-1 1 0 0 0,1 1 1 0 0,0-1-1 0 0,0 1 1 0 0,1 0-1 0 0,0 1 0 0 0,0 0 1 0 0,-7 12-1 0 0,9-12 16 0 0,1 0-1 0 0,0 1 0 0 0,0-1 1 0 0,1 1-1 0 0,0 0 0 0 0,0-1 1 0 0,1 1-1 0 0,0 0 0 0 0,1 0 1 0 0,0 0-1 0 0,0 0 0 0 0,1 0 1 0 0,0 0-1 0 0,1 0 0 0 0,0 0 1 0 0,0-1-1 0 0,7 18 0 0 0,-6-21-28 0 0,-1 1 0 0 0,1-1 0 0 0,0 0 0 0 0,0 1 0 0 0,1-1 0 0 0,0-1 0 0 0,0 1 0 0 0,0-1 0 0 0,0 1 0 0 0,1-1 0 0 0,-1 0 0 0 0,1-1 0 0 0,0 1 0 0 0,0-1 0 0 0,1 0 0 0 0,-1 0 0 0 0,1 0 0 0 0,-1-1 0 0 0,1 0 0 0 0,0 0 0 0 0,0-1 0 0 0,0 1 0 0 0,0-1 0 0 0,0-1 0 0 0,0 1 0 0 0,0-1 0 0 0,7 0 0 0 0,-5-1-115 0 0,1 0 0 0 0,-1-1 1 0 0,1 1-1 0 0,-1-2 0 0 0,0 1 0 0 0,0-1 0 0 0,0 0 0 0 0,0-1 0 0 0,-1 0 0 0 0,1 0 1 0 0,-1-1-1 0 0,0 0 0 0 0,7-6 0 0 0,5-7-527 0 0,-1-1 0 0 0,30-40 1 0 0,-5 6 748 0 0,-42 52-51 0 0,0-1 0 0 0,0 1 0 0 0,0 0-1 0 0,1-1 1 0 0,-1 1 0 0 0,0 0 0 0 0,1 0 0 0 0,-1 0-1 0 0,1 0 1 0 0,0 0 0 0 0,-1 0 0 0 0,1 1 0 0 0,-1-1-1 0 0,1 0 1 0 0,3 0 0 0 0,-4 1-19 0 0,0 0-1 0 0,0 1 1 0 0,0-1 0 0 0,0 0-1 0 0,-1 1 1 0 0,1-1 0 0 0,0 1-1 0 0,0-1 1 0 0,0 1 0 0 0,0-1 0 0 0,0 1-1 0 0,-1 0 1 0 0,1-1 0 0 0,0 1-1 0 0,0 0 1 0 0,-1 0 0 0 0,1-1-1 0 0,-1 1 1 0 0,1 0 0 0 0,0 0-1 0 0,-1 0 1 0 0,0 0 0 0 0,1 0-1 0 0,-1 0 1 0 0,0 0 0 0 0,1 0-1 0 0,-1 1 1 0 0,9 29 441 0 0,2 10-361 0 0,-10-38-213 0 0,1 0 1 0 0,-1 0-1 0 0,1 0 0 0 0,-1 0 0 0 0,1 0 1 0 0,0 0-1 0 0,0-1 0 0 0,0 1 0 0 0,3 2 1 0 0,-4-4 20 0 0,0 0 0 0 0,0-1 0 0 0,0 0 0 0 0,0 1 0 0 0,0-1 1 0 0,0 0-1 0 0,0 1 0 0 0,0-1 0 0 0,0 0 0 0 0,0 0 0 0 0,0 0 1 0 0,0 0-1 0 0,0 0 0 0 0,0 0 0 0 0,0 0 0 0 0,0 0 0 0 0,0 0 1 0 0,0 0-1 0 0,0-1 0 0 0,0 1 0 0 0,0 0 0 0 0,0-1 0 0 0,0 1 1 0 0,0-1-1 0 0,0 1 0 0 0,0-1 0 0 0,0 1 0 0 0,0-1 0 0 0,0 0 1 0 0,0-1-1 0 0,6-3-67 0 0,-1-1 0 0 0,10-12 0 0 0,-9 11 61 0 0,28-34-51 0 0,-23 26 437 0 0,1 1-1 0 0,19-18 1 0 0,-31 31-314 0 0,-1 1 1 0 0,1-1 0 0 0,-1 1 0 0 0,1-1 0 0 0,-1 1 0 0 0,1-1-1 0 0,0 1 1 0 0,-1 0 0 0 0,1-1 0 0 0,0 1 0 0 0,-1 0 0 0 0,1 0 0 0 0,0-1-1 0 0,-1 1 1 0 0,1 0 0 0 0,0 0 0 0 0,-1 0 0 0 0,1 0 0 0 0,0 0-1 0 0,0 0 1 0 0,-1 0 0 0 0,1 0 0 0 0,0 0 0 0 0,-1 0 0 0 0,1 0 0 0 0,0 1-1 0 0,-1-1 1 0 0,2 1 0 0 0,0 0-4 0 0,-1 0 0 0 0,0 0 0 0 0,0 0 0 0 0,0 0 0 0 0,0 1 0 0 0,0-1 0 0 0,0 0 0 0 0,0 1 0 0 0,0-1 0 0 0,0 1 0 0 0,-1-1 1 0 0,1 3-1 0 0,2 5 41 0 0,0 0 0 0 0,-1 0 0 0 0,1 12 0 0 0,1 19 48 0 0,6 40-82 0 0,-8-71-231 0 0,0 0 1 0 0,1-1 0 0 0,0 0 0 0 0,0 1 0 0 0,1-1-1 0 0,7 14 1 0 0,3-9-2728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3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93 1839 0 0,'5'-43'15645'0'0,"-2"41"-14957"0"0,10-6 167 0 0,-4 5-401 0 0,0 0 0 0 0,0 0 0 0 0,0 1 0 0 0,0 0-1 0 0,13-1 1 0 0,50 0-13 0 0,-33 3-350 0 0,123-15-1223 0 0,-131 10 389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0:14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6911 0 0,'0'0'528'0'0,"0"13"3451"0"0,-1 101-257 0 0,-5 57-2798 0 0,2-86-477 0 0,2-20 300 0 0,7 84-1 0 0,-2-129-590 0 0,-1 0 0 0 0,2 0-1 0 0,1 0 1 0 0,0 0 0 0 0,2-1 0 0 0,0 0-1 0 0,1 0 1 0 0,15 25 0 0 0,-18-35-164 0 0,1-1 0 0 0,0 0 0 0 0,0-1 0 0 0,1 1-1 0 0,0-1 1 0 0,1-1 0 0 0,-1 1 0 0 0,1-1 0 0 0,0 0 0 0 0,1-1 0 0 0,-1 0 0 0 0,1-1 0 0 0,0 1 0 0 0,0-2 0 0 0,1 1 0 0 0,-1-1 0 0 0,17 3 0 0 0,-5-4-6902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5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6911 0 0,'0'0'528'0'0,"10"8"1879"0"0,66 66 2094 0 0,-39-30-4372 0 0,-2 1 1 0 0,41 67-1 0 0,-69-99-178 0 0,1 1-1 0 0,-2-1 0 0 0,0 1 0 0 0,0 0 1 0 0,-2 1-1 0 0,5 17 0 0 0,-8-26 31 0 0,0-1-1 0 0,0 1 1 0 0,-1 0 0 0 0,0 0-1 0 0,0-1 1 0 0,0 1-1 0 0,0 0 1 0 0,-1 0 0 0 0,0 0-1 0 0,-1-1 1 0 0,1 1-1 0 0,-1-1 1 0 0,0 1 0 0 0,0-1-1 0 0,0 0 1 0 0,-1 0-1 0 0,0 1 1 0 0,0-2 0 0 0,-5 7-1 0 0,1-7 14 0 0,5-9 540 0 0,6-14 236 0 0,2 4-493 0 0,2 0 1 0 0,0 1 0 0 0,0-1-1 0 0,15-18 1 0 0,47-48 287 0 0,-69 79-538 0 0,36-38 587 0 0,2 2 0 0 0,59-45 1 0 0,-71 63-613 0 0,1 1 1 0 0,1 2-1 0 0,0 0 1 0 0,63-24 0 0 0,-78 37-1095 0 0,25-6 0 0 0,-15 6-5074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5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0 276 9151 0 0,'1'2'74'0'0,"1"-1"-1"0"0,-1 0 1 0 0,0 0-1 0 0,1 0 1 0 0,-1 0-1 0 0,0 0 0 0 0,1 0 1 0 0,-1 0-1 0 0,1 0 1 0 0,0 0-1 0 0,-1-1 1 0 0,1 1-1 0 0,0-1 1 0 0,-1 1-1 0 0,3-1 0 0 0,31 3 1359 0 0,-25-2-464 0 0,9 0-147 0 0,0-1 0 0 0,0 0 0 0 0,0-2-1 0 0,0 0 1 0 0,0-1 0 0 0,31-9 0 0 0,-41 9-744 0 0,1-1 0 0 0,-1 1-1 0 0,0-2 1 0 0,0 1 0 0 0,0-1 0 0 0,-1 0-1 0 0,0-1 1 0 0,0 0 0 0 0,0-1-1 0 0,-1 1 1 0 0,0-1 0 0 0,0-1 0 0 0,-1 1-1 0 0,10-15 1 0 0,-14 18-121 0 0,0-1 0 0 0,0 1 0 0 0,0-1 0 0 0,-1 0 0 0 0,1 0 0 0 0,-1 0-1 0 0,0 0 1 0 0,-1 0 0 0 0,1 0 0 0 0,-1 0 0 0 0,0 0 0 0 0,0 0 0 0 0,0 0 0 0 0,-1 0 0 0 0,0 0 0 0 0,0 0-1 0 0,0 0 1 0 0,-3-5 0 0 0,2 5 16 0 0,0 0-1 0 0,0 0 1 0 0,-1 0-1 0 0,1 0 1 0 0,-1 1-1 0 0,0-1 1 0 0,-1 1-1 0 0,1-1 1 0 0,-1 1-1 0 0,0 0 1 0 0,0 1-1 0 0,0-1 1 0 0,-1 1-1 0 0,1 0 1 0 0,-1 0-1 0 0,-7-4 1 0 0,8 6 72 0 0,0 0 0 0 0,0 0 0 0 0,0 0 0 0 0,0 0 0 0 0,0 1 0 0 0,0 0 0 0 0,0 0 0 0 0,0 0 0 0 0,0 0 0 0 0,0 0 0 0 0,0 1 0 0 0,0 0 0 0 0,0 0 0 0 0,0 0 0 0 0,0 0 0 0 0,1 1 0 0 0,-1-1 0 0 0,0 1 0 0 0,1 0 0 0 0,-1 0 0 0 0,-4 4 0 0 0,-2 1-34 0 0,1 0-1 0 0,0 1 1 0 0,1 0-1 0 0,0 1 0 0 0,0 0 1 0 0,-8 12-1 0 0,8-9-8 0 0,0 0-1 0 0,1 1 0 0 0,0 0 1 0 0,1 0-1 0 0,1 1 1 0 0,0 0-1 0 0,1 0 0 0 0,0 0 1 0 0,-2 20-1 0 0,5-26-2 0 0,1 0-1 0 0,-1 0 1 0 0,2-1-1 0 0,-1 1 1 0 0,1 0-1 0 0,0-1 1 0 0,1 1-1 0 0,0 0 0 0 0,0-1 1 0 0,0 0-1 0 0,1 1 1 0 0,0-1-1 0 0,1 0 1 0 0,0 0-1 0 0,0-1 1 0 0,0 1-1 0 0,1-1 1 0 0,-1 0-1 0 0,9 7 1 0 0,-4-5-188 0 0,-1-1 1 0 0,2 0-1 0 0,-1-1 1 0 0,1 0-1 0 0,0-1 1 0 0,0 0-1 0 0,1 0 1 0 0,-1-1 0 0 0,1 0-1 0 0,0-1 1 0 0,15 2-1 0 0,13 0-954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5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462 9 13823 0 0,'-3'-1'173'0'0,"0"0"-1"0"0,0-1 1 0 0,0 1-1 0 0,0 0 0 0 0,0 1 1 0 0,0-1-1 0 0,-1 1 1 0 0,1-1-1 0 0,0 1 1 0 0,-5 0-1 0 0,-1 1 253 0 0,1 0 1 0 0,-15 5-1 0 0,17-4-204 0 0,-18 4-10 0 0,-39 17 1 0 0,57-21-288 0 0,0 1 0 0 0,1 0 0 0 0,0 0 0 0 0,-1 0 0 0 0,1 1 0 0 0,0 0 0 0 0,0 0 0 0 0,1 0 0 0 0,-1 0 0 0 0,1 1 0 0 0,0 0 0 0 0,-6 8 1 0 0,9-10-121 0 0,0-1 0 0 0,0 1 0 0 0,1-1 0 0 0,-1 1 0 0 0,1 0 0 0 0,-1-1 1 0 0,1 1-1 0 0,0-1 0 0 0,0 1 0 0 0,0 0 0 0 0,0-1 0 0 0,1 1 0 0 0,-1-1 0 0 0,1 1 1 0 0,-1-1-1 0 0,1 1 0 0 0,0-1 0 0 0,0 1 0 0 0,0-1 0 0 0,0 1 0 0 0,1-1 1 0 0,-1 0-1 0 0,0 0 0 0 0,1 0 0 0 0,0 0 0 0 0,2 2 0 0 0,4 6-514 0 0,1-1 0 0 0,1 0 0 0 0,19 13-1 0 0,-11-10 708 0 0,37 17-1 0 0,-39-22 936 0 0,0 1-1 0 0,-1 1 1 0 0,22 16-1 0 0,-36-24-785 0 0,0 0 0 0 0,0-1 0 0 0,-1 1 0 0 0,1 0 0 0 0,0-1 0 0 0,-1 1 0 0 0,1 0 0 0 0,-1 0 0 0 0,1 0 0 0 0,-1-1 0 0 0,1 1 0 0 0,-1 0 0 0 0,1 0 0 0 0,-1 0 0 0 0,0 0 0 0 0,0 0 0 0 0,1 0 0 0 0,-1 0 0 0 0,0 0 0 0 0,0 0 0 0 0,0 0 0 0 0,0 0 0 0 0,0 0 0 0 0,0 1 0 0 0,-1 0 42 0 0,0 0 0 0 0,1 0 0 0 0,-1 0 0 0 0,0 0 0 0 0,0 0 0 0 0,-1 0 0 0 0,1 0 0 0 0,0 0 0 0 0,0-1 0 0 0,-3 3 0 0 0,-4 3 227 0 0,0 0 0 0 0,0-1-1 0 0,-14 8 1 0 0,22-13-403 0 0,-138 75 1128 0 0,108-61-1173 0 0,-1-2 0 0 0,-55 15 1 0 0,73-25-441 0 0,1-1 0 0 0,0 0 1 0 0,-1 0-1 0 0,-25-1 1 0 0,14-4-6151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5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0 15199 0 0,'4'9'409'0'0,"0"-1"1"0"0,-1 0-1 0 0,0 1 0 0 0,0-1 0 0 0,-1 1 0 0 0,0 0 1 0 0,0 10-1 0 0,3 5 407 0 0,8 55-223 0 0,-3 0 1 0 0,-4 1-1 0 0,-3-1 1 0 0,-10 109-1 0 0,-61 317-649 0 0,30-260-378 0 0,33-212 263 0 0,-30 240-4338 0 0,31-233-1802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6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17 13359 0 0,'3'-2'172'0'0,"0"0"-1"0"0,0 0 0 0 0,0 1 0 0 0,0-1 1 0 0,1 1-1 0 0,-1-1 0 0 0,1 1 1 0 0,-1 0-1 0 0,7-1 0 0 0,0 2 201 0 0,-1 0-1 0 0,16 1 0 0 0,-23-1-284 0 0,21 2 289 0 0,1 1 1 0 0,29 7-1 0 0,-44-7-261 0 0,1-1-1 0 0,-1 1 0 0 0,0 1 1 0 0,0 0-1 0 0,-1 0 0 0 0,1 1 1 0 0,-1 0-1 0 0,12 10 0 0 0,-18-13-50 0 0,1 0-1 0 0,-1 1 0 0 0,0-1 1 0 0,0 1-1 0 0,0-1 1 0 0,0 1-1 0 0,0 0 0 0 0,-1-1 1 0 0,1 1-1 0 0,-1 0 1 0 0,1 0-1 0 0,-1 0 0 0 0,0 1 1 0 0,-1-1-1 0 0,2 6 1 0 0,-2-5-4 0 0,0 1 0 0 0,0-1 0 0 0,-1 0 0 0 0,1 1 1 0 0,-1-1-1 0 0,0 0 0 0 0,0 1 0 0 0,-1-1 0 0 0,1 0 1 0 0,-4 6-1 0 0,-1 1 0 0 0,-1-1 1 0 0,1 0-1 0 0,-2-1 0 0 0,0 1 1 0 0,0-1-1 0 0,0-1 1 0 0,-16 12-1 0 0,-6 2-485 0 0,-1-2 0 0 0,-2-1-1 0 0,0-1 1 0 0,-38 14 0 0 0,48-23-6241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6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11975 0 0,'7'20'5759'0'0,"10"57"-3824"0"0,2 9-1852 0 0,-16-74-314 0 0,1 0 0 0 0,0-1 0 0 0,1 0 0 0 0,1 0 0 0 0,6 11 0 0 0,-10-19 56 0 0,0 0-1 0 0,0-1 1 0 0,0 1 0 0 0,1 0-1 0 0,-1-1 1 0 0,1 0 0 0 0,-1 1 0 0 0,1-1-1 0 0,0 0 1 0 0,0 0 0 0 0,0-1-1 0 0,0 1 1 0 0,0-1 0 0 0,0 1 0 0 0,0-1-1 0 0,0 0 1 0 0,1 0 0 0 0,-1 0-1 0 0,0-1 1 0 0,6 1 0 0 0,-5-1 201 0 0,0 0 0 0 0,0-1 0 0 0,0 1 0 0 0,0-1 0 0 0,0 0 0 0 0,-1 0 0 0 0,1-1 0 0 0,0 1 0 0 0,-1-1 0 0 0,1 1 0 0 0,-1-1 1 0 0,0 0-1 0 0,1-1 0 0 0,-1 1 0 0 0,0-1 0 0 0,0 1 0 0 0,4-6 0 0 0,-2 2 107 0 0,0 0 0 0 0,0 0-1 0 0,-1 0 1 0 0,0 0 0 0 0,0-1 0 0 0,0 0 0 0 0,-1 0-1 0 0,0 0 1 0 0,-1 0 0 0 0,0 0 0 0 0,0 0 0 0 0,0-1-1 0 0,-1 1 1 0 0,0-1 0 0 0,0 1 0 0 0,-1-1 0 0 0,0 0-1 0 0,0 1 1 0 0,-1-1 0 0 0,0 1 0 0 0,0-1 0 0 0,-1 1-1 0 0,0-1 1 0 0,0 1 0 0 0,-1 0 0 0 0,0 0-1 0 0,0 0 1 0 0,0 0 0 0 0,-1 1 0 0 0,0-1 0 0 0,-1 1-1 0 0,1 0 1 0 0,-1 0 0 0 0,-9-8 0 0 0,6 8-81 0 0,0-1 0 0 0,0 2 1 0 0,-1-1-1 0 0,1 1 0 0 0,-12-4 0 0 0,-20-13 32 0 0,40 21-91 0 0,-1 1 0 0 0,1 0-1 0 0,-1-1 1 0 0,1 1 0 0 0,-1 0 0 0 0,1-1-1 0 0,-1 1 1 0 0,1-1 0 0 0,0 1 0 0 0,-1 0-1 0 0,1-1 1 0 0,0 1 0 0 0,-1-1 0 0 0,1 1-1 0 0,0-1 1 0 0,-1 0 0 0 0,1 1 0 0 0,0-1-1 0 0,0 1 1 0 0,0-1 0 0 0,0 1 0 0 0,0-1-1 0 0,-1 0 1 0 0,1 1 0 0 0,0-1 0 0 0,0 0-1 0 0,1 0-31 0 0,-1 0-1 0 0,1 0 1 0 0,-1 0-1 0 0,0 0 0 0 0,1 0 1 0 0,0 0-1 0 0,-1 0 1 0 0,1 1-1 0 0,0-1 0 0 0,-1 0 1 0 0,1 0-1 0 0,0 1 1 0 0,1-2-1 0 0,3-2-347 0 0,-1 1 1 0 0,1 0-1 0 0,0 1 0 0 0,8-4 0 0 0,0 1 53 0 0,1 0 0 0 0,-1 1 0 0 0,1 1 0 0 0,0 0 0 0 0,0 0 0 0 0,0 2 0 0 0,0 0 0 0 0,1 0 0 0 0,-1 1 0 0 0,15 3 0 0 0,-19-2 451 0 0,0 2-1 0 0,0-1 1 0 0,0 1-1 0 0,-1 0 1 0 0,0 1-1 0 0,1 0 1 0 0,-1 1-1 0 0,-1 0 0 0 0,1 0 1 0 0,-1 1-1 0 0,0 0 1 0 0,0 0-1 0 0,0 1 1 0 0,-1 0-1 0 0,7 8 1 0 0,-7-6 58 0 0,-1 0 0 0 0,1 1 1 0 0,-2-1-1 0 0,1 1 0 0 0,-1 0 1 0 0,-1 0-1 0 0,1 1 0 0 0,-2 0 0 0 0,0-1 1 0 0,0 1-1 0 0,2 15 0 0 0,-4-10-132 0 0,-1 0 0 0 0,0 0 0 0 0,0-1 0 0 0,-2 1 0 0 0,0 0 0 0 0,-1-1-1 0 0,-7 24 1 0 0,49-114-499 0 0,85-120 1768 0 0,-120 190-1035 0 0,-1 0 0 0 0,1 0 0 0 0,0 0-1 0 0,1 1 1 0 0,6-7 0 0 0,-10 11-226 0 0,0-1 0 0 0,0 0 0 0 0,0 0 0 0 0,0 1 0 0 0,0-1 0 0 0,0 1 0 0 0,0-1-1 0 0,0 1 1 0 0,0-1 0 0 0,0 1 0 0 0,0 0 0 0 0,0 0 0 0 0,0-1 0 0 0,0 1 0 0 0,1 0 0 0 0,-1 0 0 0 0,0 0 0 0 0,0 0 0 0 0,0 0 0 0 0,0 0-1 0 0,0 0 1 0 0,0 1 0 0 0,0-1 0 0 0,1 0 0 0 0,-1 1 0 0 0,0-1 0 0 0,0 0 0 0 0,0 1 0 0 0,0 0 0 0 0,0-1 0 0 0,0 1 0 0 0,-1-1 0 0 0,1 1-1 0 0,0 0 1 0 0,0 0 0 0 0,0-1 0 0 0,1 3 0 0 0,2 3 7 0 0,0 0-1 0 0,0 1 1 0 0,-1 0-1 0 0,1 0 0 0 0,-1 0 1 0 0,2 10-1 0 0,11 47 6 0 0,-14-51-39 0 0,6 29-117 0 0,-5-24-373 0 0,0 1-1 0 0,1 0 1 0 0,2-1-1 0 0,0 0 1 0 0,10 23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7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20 10135 0 0,'-2'-2'407'0'0,"0"0"0"0"0,-1 1 0 0 0,1-1 0 0 0,0 0 0 0 0,0 1-1 0 0,-1-1 1 0 0,1 1 0 0 0,-1 0 0 0 0,1 0 0 0 0,-1 0 0 0 0,0 0 0 0 0,1 0-1 0 0,-1 1 1 0 0,0-1 0 0 0,0 1 0 0 0,1 0 0 0 0,-1 0 0 0 0,0 0 0 0 0,0 0-1 0 0,-3 1 1 0 0,-7-1-227 0 0,0 1 0 0 0,0 0 0 0 0,1 1 0 0 0,-23 6 0 0 0,29-6-400 0 0,1 0 0 0 0,-1 0 1 0 0,0 0-1 0 0,1 1 0 0 0,0 0 0 0 0,-1 0 1 0 0,1 0-1 0 0,1 1 0 0 0,-1 0 0 0 0,0 0 0 0 0,1 0 1 0 0,-6 6-1 0 0,9-7-36 0 0,-1-1 1 0 0,1 1 0 0 0,0 0-1 0 0,0-1 1 0 0,0 1-1 0 0,0 0 1 0 0,0 0-1 0 0,1 0 1 0 0,-1 0-1 0 0,1 0 1 0 0,0 0-1 0 0,0 0 1 0 0,0 0 0 0 0,0 0-1 0 0,0 0 1 0 0,1 0-1 0 0,-1 0 1 0 0,1 0-1 0 0,0-1 1 0 0,0 1-1 0 0,0 0 1 0 0,2 4 0 0 0,4 6-42 0 0,0 0 1 0 0,0-1 0 0 0,13 15 0 0 0,-15-19 119 0 0,3 2 579 0 0,-1 0 1 0 0,-1 0-1 0 0,1 1 1 0 0,-2 0 0 0 0,6 14-1 0 0,-10-22-126 0 0,0 0 0 0 0,0 0-1 0 0,0 1 1 0 0,-1-1 0 0 0,1 0 0 0 0,-1 1-1 0 0,0-1 1 0 0,0 0 0 0 0,0 1 0 0 0,0-1-1 0 0,-1 0 1 0 0,1 1 0 0 0,-1-1 0 0 0,0 0-1 0 0,0 0 1 0 0,0 0 0 0 0,0 1-1 0 0,-1-1 1 0 0,1 0 0 0 0,-1-1 0 0 0,0 1-1 0 0,0 0 1 0 0,-4 5 0 0 0,1-3-101 0 0,0-1 0 0 0,0 1-1 0 0,-1-1 1 0 0,0 0 0 0 0,0-1 0 0 0,0 1 0 0 0,0-1-1 0 0,0 0 1 0 0,-1-1 0 0 0,-11 4 0 0 0,11-4-423 0 0,1-1 1 0 0,-1 0 0 0 0,0 0 0 0 0,1-1-1 0 0,-1 0 1 0 0,-11-1 0 0 0,1-2-6472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8:27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70 369 13823 0 0,'3'-1'65'0'0,"69"-24"2806"0"0,112-55 0 0 0,-175 75-2814 0 0,0-1 1 0 0,0 0-1 0 0,-1 0 1 0 0,0 0-1 0 0,0-1 1 0 0,0 0-1 0 0,-1-1 0 0 0,7-8 1 0 0,-11 12-142 0 0,-1 1 1 0 0,0-1-1 0 0,0 1 0 0 0,0-1 1 0 0,0 0-1 0 0,-1 0 0 0 0,1 0 1 0 0,-1 0-1 0 0,0 0 0 0 0,0 0 1 0 0,-1 0-1 0 0,1 0 1 0 0,-1-1-1 0 0,0 1 0 0 0,0 0 1 0 0,0 0-1 0 0,-1 0 0 0 0,1-1 1 0 0,-1 1-1 0 0,0 0 0 0 0,0 0 1 0 0,-3-7-1 0 0,1 5 43 0 0,0 0-1 0 0,0 0 1 0 0,-1 0-1 0 0,0 0 1 0 0,0 1-1 0 0,0 0 1 0 0,-1 0-1 0 0,1 0 1 0 0,-1 0-1 0 0,-1 0 1 0 0,1 1-1 0 0,0 0 1 0 0,-1 0-1 0 0,0 1 1 0 0,0-1-1 0 0,0 1 1 0 0,-10-3-1 0 0,9 4 84 0 0,-1 0 1 0 0,0 0-1 0 0,1 1 0 0 0,-1 0 1 0 0,0 0-1 0 0,0 1 0 0 0,0 0 1 0 0,0 1-1 0 0,0-1 1 0 0,0 1-1 0 0,1 1 0 0 0,-1 0 1 0 0,0 0-1 0 0,-13 6 0 0 0,8-2-31 0 0,0 1-1 0 0,1 0 1 0 0,0 1-1 0 0,0 1 1 0 0,0 0 0 0 0,2 0-1 0 0,-1 1 1 0 0,1 1-1 0 0,0-1 1 0 0,1 2-1 0 0,-10 15 1 0 0,11-15 52 0 0,2-1 0 0 0,-1 1 0 0 0,2 0 0 0 0,0 1 0 0 0,0-1 0 0 0,1 1 0 0 0,0 0 0 0 0,2 0 1 0 0,-1 1-1 0 0,1-1 0 0 0,1 0 0 0 0,1 19 0 0 0,0-25 22 0 0,1 0-1 0 0,0 0 1 0 0,1 0 0 0 0,0-1-1 0 0,0 1 1 0 0,0 0 0 0 0,0-1-1 0 0,1 0 1 0 0,0 0 0 0 0,1 0-1 0 0,-1 0 1 0 0,6 6 0 0 0,-3-5 47 0 0,1 0 1 0 0,0 0 0 0 0,0 0 0 0 0,1-1-1 0 0,0 0 1 0 0,0 0 0 0 0,15 7-1 0 0,-5-4-206 0 0,1-2 0 0 0,0 0 0 0 0,0-1 0 0 0,1-1 0 0 0,0 0 0 0 0,-1-2 1 0 0,36 2-1 0 0,-9-5-1764 0 0,5-3-4994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34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31 13823 0 0,'-6'-6'454'0'0,"4"3"94"0"0,-1 1-1 0 0,1 0 1 0 0,0 0-1 0 0,0 0 0 0 0,-1 0 1 0 0,0 0-1 0 0,1 0 1 0 0,-1 1-1 0 0,0 0 1 0 0,1-1-1 0 0,-1 1 0 0 0,-5-1 1 0 0,8 2-524 0 0,-1 0-1 0 0,1 0 1 0 0,-1 1 0 0 0,1-1 0 0 0,-1 0 0 0 0,1 0 0 0 0,-1 1-1 0 0,1-1 1 0 0,-1 0 0 0 0,1 1 0 0 0,0-1 0 0 0,-1 1 0 0 0,1-1-1 0 0,0 1 1 0 0,-1-1 0 0 0,1 1 0 0 0,0-1 0 0 0,0 1 0 0 0,-1-1-1 0 0,1 1 1 0 0,0-1 0 0 0,0 1 0 0 0,0-1 0 0 0,0 1 0 0 0,0-1-1 0 0,-1 1 1 0 0,1-1 0 0 0,0 1 0 0 0,0-1 0 0 0,0 1 0 0 0,1 1-1 0 0,0 22-21 0 0,-1-19 23 0 0,6 88-26 0 0,-4-32-16 0 0,17 98 1 0 0,-7-115-468 0 0,-11-41 357 0 0,0 1 1 0 0,1-1-1 0 0,-1 0 0 0 0,1 0 1 0 0,0 0-1 0 0,0 0 0 0 0,0 0 0 0 0,1 0 1 0 0,-1 0-1 0 0,4 3 0 0 0,-5-6 76 0 0,0 1 0 0 0,-1-1 0 0 0,1 0 0 0 0,0 1-1 0 0,0-1 1 0 0,-1 0 0 0 0,1 0 0 0 0,0 0 0 0 0,-1 1 0 0 0,1-1 0 0 0,0 0-1 0 0,0 0 1 0 0,-1 0 0 0 0,1 0 0 0 0,0 0 0 0 0,0-1 0 0 0,-1 1-1 0 0,1 0 1 0 0,0 0 0 0 0,-1 0 0 0 0,1-1 0 0 0,0 1 0 0 0,-1 0 0 0 0,1-1-1 0 0,0 1 1 0 0,-1 0 0 0 0,1-1 0 0 0,0 1 0 0 0,0-1 0 0 0,18-18-543 0 0,-16 15 468 0 0,23-29 376 0 0,-2 0 0 0 0,-1-1 0 0 0,29-59 0 0 0,-38 67-88 0 0,-3 3 159 0 0,-9 16-104 0 0,1 1 1 0 0,0 0 0 0 0,0 0-1 0 0,1 0 1 0 0,0 1 0 0 0,4-6-1 0 0,-8 11-179 0 0,0 0-1 0 0,0 0 1 0 0,1-1-1 0 0,-1 1 1 0 0,0 0-1 0 0,0 0 1 0 0,0 0-1 0 0,1 0 1 0 0,-1 0-1 0 0,0-1 1 0 0,0 1 0 0 0,0 0-1 0 0,1 0 1 0 0,-1 0-1 0 0,0 0 1 0 0,0 0-1 0 0,1 0 1 0 0,-1 0-1 0 0,0 0 1 0 0,0 0-1 0 0,1 0 1 0 0,-1 0-1 0 0,0 0 1 0 0,0 0-1 0 0,1 0 1 0 0,-1 0-1 0 0,0 0 1 0 0,0 0 0 0 0,1 0-1 0 0,-1 1 1 0 0,0-1-1 0 0,0 0 1 0 0,1 0-1 0 0,6 9 404 0 0,3 16-341 0 0,-9-22 2 0 0,19 72-55 0 0,-1-2-16 0 0,-16-63-29 0 0,1 0 0 0 0,0 0 1 0 0,0-1-1 0 0,12 17 0 0 0,-15-24 3 0 0,0-1-1 0 0,0 1 1 0 0,0-1-1 0 0,0 1 1 0 0,0-1-1 0 0,0 0 0 0 0,1 1 1 0 0,-1-1-1 0 0,0 0 1 0 0,1 0-1 0 0,-1 0 1 0 0,1 0-1 0 0,-1 0 1 0 0,1 0-1 0 0,0-1 1 0 0,-1 1-1 0 0,1-1 1 0 0,0 1-1 0 0,0-1 1 0 0,-1 1-1 0 0,1-1 1 0 0,0 0-1 0 0,0 0 1 0 0,0 0-1 0 0,-1 0 1 0 0,1 0-1 0 0,0 0 0 0 0,0 0 1 0 0,-1-1-1 0 0,1 1 1 0 0,0-1-1 0 0,0 1 1 0 0,-1-1-1 0 0,1 0 1 0 0,0 0-1 0 0,-1 1 1 0 0,1-1-1 0 0,-1 0 1 0 0,3-3-1 0 0,5-3 39 0 0,0-1 0 0 0,-1 0 0 0 0,0-1 1 0 0,13-17-1 0 0,-15 18-38 0 0,23-32-78 0 0,-16 21-406 0 0,1 0 0 0 0,1 1 0 0 0,1 0 0 0 0,33-29 0 0 0,-37 40-1686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35.0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0 189 919 0 0,'14'-5'8564'0'0,"-6"9"-5691"0"0,-8-3-2676 0 0,1-1 0 0 0,-1 1 1 0 0,0-1-1 0 0,1 1 1 0 0,-1-1-1 0 0,0 1 0 0 0,0-1 1 0 0,0 1-1 0 0,0-1 1 0 0,0 1-1 0 0,1 5 267 0 0,-1 0 1 0 0,0 0-1 0 0,0 0 0 0 0,-2 9 1 0 0,1-4 248 0 0,-1 20 190 0 0,4 52 0 0 0,-1-74-890 0 0,0 1 0 0 0,1-1 0 0 0,0 0 0 0 0,1 0 0 0 0,-1 0 0 0 0,2 0 0 0 0,-1-1 0 0 0,1 1 0 0 0,1-1 0 0 0,5 9 0 0 0,-8-14-19 0 0,0-1-1 0 0,0 0 0 0 0,0 0 1 0 0,0 0-1 0 0,0 0 1 0 0,0 0-1 0 0,1 0 0 0 0,-1 0 1 0 0,0-1-1 0 0,1 1 1 0 0,0-1-1 0 0,-1 0 0 0 0,1 0 1 0 0,0 0-1 0 0,-1 0 1 0 0,1 0-1 0 0,0-1 0 0 0,0 1 1 0 0,5-1-1 0 0,-4 0-1 0 0,-1 0 0 0 0,1-1-1 0 0,0 1 1 0 0,-1-1 0 0 0,1 0 0 0 0,-1 0-1 0 0,1 0 1 0 0,-1-1 0 0 0,1 1 0 0 0,-1-1-1 0 0,0 0 1 0 0,0 0 0 0 0,0 0 0 0 0,0 0-1 0 0,4-4 1 0 0,2-3 94 0 0,0-1 0 0 0,-1 0 0 0 0,0-1 0 0 0,-1 1 0 0 0,0-1 0 0 0,0-1 0 0 0,-1 0 0 0 0,-1 1 0 0 0,0-2 0 0 0,6-21 1 0 0,-9 26-12 0 0,0 0 1 0 0,-1 0 0 0 0,0-1 0 0 0,-1 1 0 0 0,0 0 0 0 0,0-1-1 0 0,-1 1 1 0 0,-1-9 0 0 0,1 12-47 0 0,-1 0 0 0 0,1-1 0 0 0,-1 1 0 0 0,0 0 0 0 0,-1 0 0 0 0,1 0 1 0 0,-1 0-1 0 0,0 0 0 0 0,0 1 0 0 0,0-1 0 0 0,-1 1 0 0 0,-7-7 0 0 0,7 8 10 0 0,-1-1 1 0 0,0 1 0 0 0,1 1-1 0 0,-1-1 1 0 0,0 1-1 0 0,0 0 1 0 0,0 0-1 0 0,-1 0 1 0 0,1 1 0 0 0,-8-2-1 0 0,4 2-127 0 0,1 0 0 0 0,0 0-1 0 0,-1 1 1 0 0,1 0 0 0 0,-1 1-1 0 0,-9 1 1 0 0,68-15-2796 0 0,17-5 3032 0 0,-42 13 113 0 0,0 1 1 0 0,0 1-1 0 0,0 1 0 0 0,0 2 0 0 0,0 0 0 0 0,43 7 0 0 0,-59-5-140 0 0,-1 0 0 0 0,1 0 0 0 0,0 1 0 0 0,-1 1 0 0 0,1-1 0 0 0,-1 1 0 0 0,0 1 0 0 0,-1 0 0 0 0,11 8 0 0 0,-12-9-82 0 0,-1 2 0 0 0,0-1 0 0 0,-1 0 0 0 0,1 1 0 0 0,-1 0 0 0 0,0 0 0 0 0,-1 0 0 0 0,1 0 0 0 0,-1 1 0 0 0,-1-1 0 0 0,1 1 0 0 0,-1 0 0 0 0,2 10 0 0 0,-1-4-28 0 0,-1 0 0 0 0,-1 1 0 0 0,-1-1 0 0 0,1 0-1 0 0,-2 1 1 0 0,0-1 0 0 0,-1 0 0 0 0,0 0 0 0 0,-1 0 0 0 0,0 0-1 0 0,-1 0 1 0 0,0 0 0 0 0,-1-1 0 0 0,-9 15 0 0 0,5-15 464 0 0,8-12-452 0 0,1 0 0 0 0,0 0 0 0 0,-1 0 0 0 0,1 0 0 0 0,0-1 0 0 0,-1 1 0 0 0,1 0 0 0 0,0 0 0 0 0,-1 0 0 0 0,1 0 0 0 0,0 0 0 0 0,0-1 0 0 0,-1 1 0 0 0,1 0 0 0 0,0 0 0 0 0,0-1 0 0 0,-1 1 0 0 0,1 0 0 0 0,0 0 0 0 0,0-1 0 0 0,-1 1 0 0 0,1 0 0 0 0,0-1 0 0 0,0 1 0 0 0,0 0 0 0 0,0 0 0 0 0,0-1 0 0 0,0 1 0 0 0,-1 0 0 0 0,1-1 0 0 0,0 1 0 0 0,0 0 0 0 0,0-1 0 0 0,0 1 0 0 0,0-1 0 0 0,0 1 0 0 0,0-1 0 0 0,-1-8 74 0 0,-1 0 0 0 0,2-1 0 0 0,-1 1 0 0 0,1-1-1 0 0,0 1 1 0 0,1 0 0 0 0,0-1 0 0 0,1 1 0 0 0,4-15 0 0 0,2-2-116 0 0,1 1 1 0 0,15-27-1 0 0,1 4-1022 0 0,2 1-1 0 0,55-70 0 0 0,-56 83-6618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35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16127 0 0,'0'0'61'0'0,"0"1"-1"0"0,0-1 0 0 0,-1 0 1 0 0,1 0-1 0 0,0 0 0 0 0,0 0 0 0 0,0 0 1 0 0,-1 1-1 0 0,1-1 0 0 0,0 0 1 0 0,0 0-1 0 0,0 0 0 0 0,0 0 1 0 0,-1 1-1 0 0,1-1 0 0 0,0 0 1 0 0,0 0-1 0 0,0 1 0 0 0,0-1 1 0 0,0 0-1 0 0,0 0 0 0 0,0 0 1 0 0,0 1-1 0 0,0-1 0 0 0,0 0 1 0 0,0 0-1 0 0,0 1 0 0 0,0-1 0 0 0,0 0 1 0 0,0 0-1 0 0,0 1 0 0 0,0-1 1 0 0,0 0-1 0 0,1 14 384 0 0,0-9 73 0 0,17 263 2744 0 0,-24 1-2886 0 0,-3-183-356 0 0,-4 46-2578 0 0,12-105-4757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35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 1 8751 0 0,'-15'2'10006'0'0,"7"1"-8338"0"0,-23 15-156 0 0,9-5-974 0 0,-24 12-1163 0 0,-74 54 0 0 0,119-78 642 0 0,0-1 1 0 0,0 1 0 0 0,0 0-1 0 0,1 0 1 0 0,-1-1 0 0 0,0 1-1 0 0,0 0 1 0 0,1 0 0 0 0,-1 0-1 0 0,1 0 1 0 0,-1 0 0 0 0,1 0 0 0 0,-1 0-1 0 0,1 0 1 0 0,-1 0 0 0 0,1 0-1 0 0,0 0 1 0 0,0 0 0 0 0,-1 0-1 0 0,1 0 1 0 0,0 0 0 0 0,0 0-1 0 0,0 0 1 0 0,0 0 0 0 0,0 0 0 0 0,1 0-1 0 0,-1 0 1 0 0,0 0 0 0 0,0 0-1 0 0,1 0 1 0 0,-1 0 0 0 0,1 0-1 0 0,-1 0 1 0 0,1 0 0 0 0,-1 0-1 0 0,1 0 1 0 0,-1 0 0 0 0,1 0 0 0 0,0 0-1 0 0,1 1 1 0 0,3 4 187 0 0,1 0 1 0 0,0-1-1 0 0,0 1 0 0 0,9 4 0 0 0,-13-8-238 0 0,47 33-250 0 0,1-3 0 0 0,2-1 0 0 0,1-3-1 0 0,108 40 1 0 0,-112-52-7437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36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19351 0 0,'0'-1'63'0'0,"0"1"-1"0"0,0 0 0 0 0,0 0 0 0 0,0-1 1 0 0,0 1-1 0 0,0 0 0 0 0,0-1 1 0 0,0 1-1 0 0,0 0 0 0 0,0-1 0 0 0,0 1 1 0 0,0 0-1 0 0,0-1 0 0 0,0 1 1 0 0,0 0-1 0 0,1-1 0 0 0,-1 1 1 0 0,0 0-1 0 0,0 0 0 0 0,0-1 0 0 0,1 1 1 0 0,-1 0-1 0 0,0 0 0 0 0,0-1 1 0 0,0 1-1 0 0,1 0 0 0 0,-1 0 1 0 0,0 0-1 0 0,0 0 0 0 0,1-1 0 0 0,-1 1 1 0 0,0 0-1 0 0,1 0 0 0 0,-1 0 1 0 0,0 0-1 0 0,1 0 0 0 0,9 9 531 0 0,-6-4-307 0 0,10 14-234 0 0,0 1 1 0 0,-1 0-1 0 0,-1 0 0 0 0,-1 1 1 0 0,13 35-1 0 0,-10-15-10 0 0,-2 0 0 0 0,9 52 0 0 0,-15-57-74 0 0,-1 1 0 0 0,-3 0 0 0 0,-1 0 0 0 0,-1 0 0 0 0,-6 40 0 0 0,-1-34-16 0 0,-2 0 0 0 0,-1-1 0 0 0,-32 82 0 0 0,28-89 108 0 0,36-59 156 0 0,16-23-115 0 0,-7 8-34 0 0,2 1 1 0 0,2 2-1 0 0,41-35 1 0 0,-71 67-40 0 0,0 1 1 0 0,0-1-1 0 0,1 1 1 0 0,-1 0-1 0 0,1 0 1 0 0,0 0-1 0 0,0 1 1 0 0,0 0-1 0 0,0 0 1 0 0,8-1-1 0 0,-11 3 2 0 0,-1 0-1 0 0,1 0 1 0 0,0 0 0 0 0,0 0-1 0 0,-1 0 1 0 0,1 0-1 0 0,0 1 1 0 0,-1 0 0 0 0,1-1-1 0 0,-1 1 1 0 0,1 0 0 0 0,-1 0-1 0 0,1 0 1 0 0,-1 1 0 0 0,0-1-1 0 0,1 1 1 0 0,-1-1-1 0 0,0 1 1 0 0,0 0 0 0 0,0 0-1 0 0,0-1 1 0 0,0 1 0 0 0,-1 1-1 0 0,1-1 1 0 0,0 0-1 0 0,1 3 1 0 0,1 4 3 0 0,0-1-1 0 0,0 1 1 0 0,0 0-1 0 0,-1 0 1 0 0,-1 0-1 0 0,1 0 1 0 0,0 12 0 0 0,0 7-183 0 0,-1 30 0 0 0,-1 1-764 0 0,1-44 179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36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0 200 12895 0 0,'0'15'4586'0'0,"1"-10"-4348"0"0,0 1 0 0 0,1 0 0 0 0,0-1 0 0 0,0 1 1 0 0,0-1-1 0 0,1 0 0 0 0,-1 1 0 0 0,1-1 0 0 0,0 0 1 0 0,1-1-1 0 0,-1 1 0 0 0,1-1 0 0 0,0 1 0 0 0,8 6 1 0 0,-7-8-329 0 0,0 1 1 0 0,0-1 0 0 0,0 0-1 0 0,0-1 1 0 0,1 1 0 0 0,-1-1-1 0 0,1 0 1 0 0,-1 0 0 0 0,1-1-1 0 0,0 1 1 0 0,0-1 0 0 0,0-1-1 0 0,-1 1 1 0 0,1-1 0 0 0,0 0-1 0 0,0 0 1 0 0,0-1 0 0 0,0 1-1 0 0,0-1 1 0 0,0-1 0 0 0,-1 1 0 0 0,10-5-1 0 0,-11 5-6 0 0,1-1 1 0 0,0-1-1 0 0,-1 1 0 0 0,0-1 0 0 0,1 0 0 0 0,-1 0 1 0 0,0 0-1 0 0,-1 0 0 0 0,1-1 0 0 0,-1 1 1 0 0,7-9-1 0 0,-8 9 83 0 0,-1 0-1 0 0,1 0 1 0 0,-1 0 0 0 0,0 0 0 0 0,0 0 0 0 0,0 0-1 0 0,0 0 1 0 0,-1 0 0 0 0,1 0 0 0 0,-1-1 0 0 0,0 1-1 0 0,0 0 1 0 0,0 0 0 0 0,0-1 0 0 0,0 1 0 0 0,-1 0-1 0 0,1 0 1 0 0,-1 0 0 0 0,-2-6 0 0 0,0 2 105 0 0,0 0 0 0 0,0 1 0 0 0,-1-1 0 0 0,0 1-1 0 0,0-1 1 0 0,-1 1 0 0 0,0 0 0 0 0,0 1 0 0 0,0-1 0 0 0,-1 1 0 0 0,1 0 0 0 0,-1 1 0 0 0,0-1 0 0 0,-1 1 0 0 0,1 0 0 0 0,-10-3 0 0 0,-2-1 212 0 0,-1 1 1 0 0,-1 1-1 0 0,0 0 1 0 0,-35-4-1 0 0,47 8-313 0 0,8-2-14 0 0,12-4-49 0 0,25-4-32 0 0,-8 5 314 0 0,50-6 0 0 0,-66 11-142 0 0,0 2 0 0 0,0-1 0 0 0,0 2 0 0 0,1 0 0 0 0,-1 0 0 0 0,17 5 0 0 0,-24-4-9 0 0,1 1 0 0 0,-1-1-1 0 0,0 1 1 0 0,0 0 0 0 0,-1 0 0 0 0,1 1-1 0 0,-1 0 1 0 0,1 0 0 0 0,-1 0-1 0 0,0 1 1 0 0,-1-1 0 0 0,1 1 0 0 0,-1 0-1 0 0,5 9 1 0 0,3 5 39 0 0,-1 1 0 0 0,16 41 0 0 0,7 14 42 0 0,-33-73-137 0 0,0 0 0 0 0,0 0 0 0 0,0 0 0 0 0,1 0 0 0 0,-1 0 0 0 0,1 0 0 0 0,-1-1 0 0 0,1 1 0 0 0,0 0 0 0 0,0-1 0 0 0,0 1 0 0 0,0-1 0 0 0,0 0 0 0 0,0 0 0 0 0,0 0 0 0 0,0 0 0 0 0,0 0 0 0 0,1 0 0 0 0,-1 0 0 0 0,0-1 0 0 0,1 1 0 0 0,-1-1 0 0 0,0 1 0 0 0,1-1 0 0 0,-1 0 0 0 0,1 0 0 0 0,-1 0 0 0 0,0-1 0 0 0,1 1 0 0 0,-1 0 0 0 0,0-1 0 0 0,1 0 0 0 0,-1 1 0 0 0,0-1 0 0 0,0 0 0 0 0,1 0 0 0 0,-1 0 0 0 0,2-2 0 0 0,6-3-27 0 0,0-1-1 0 0,0-1 0 0 0,-1 1 1 0 0,0-2-1 0 0,0 1 1 0 0,-1-1-1 0 0,0 0 1 0 0,-1-1-1 0 0,0 0 0 0 0,0 0 1 0 0,5-12-1 0 0,1-5 131 0 0,-1 0 0 0 0,-2-1-1 0 0,10-39 1 0 0,-20 67-97 0 0,1-3 79 0 0,-1 0 1 0 0,1 0 0 0 0,0 1 0 0 0,0-1 0 0 0,0 0 0 0 0,0 0-1 0 0,1 1 1 0 0,2-5 0 0 0,-3 9-58 0 0,0 0 1 0 0,0 0-1 0 0,0 0 0 0 0,0 1 1 0 0,0-1-1 0 0,-1 0 0 0 0,1 0 0 0 0,-1 1 1 0 0,1-1-1 0 0,-1 3 0 0 0,0-3-15 0 0,8 44-1 0 0,18 65-1 0 0,-19-89-238 0 0,1-1-1 0 0,1 0 0 0 0,1-1 1 0 0,0 0-1 0 0,16 21 0 0 0,-11-20-464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39:36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9215 0 0,'3'1'724'0'0,"0"0"0"0"0,0-1 0 0 0,0 1 0 0 0,0 1 0 0 0,0-1 0 0 0,0 0 0 0 0,0 1 0 0 0,-1-1-1 0 0,5 4 1 0 0,2 1 119 0 0,18 10-211 0 0,-1 1 0 0 0,-1 1 0 0 0,23 22 1 0 0,-38-31-660 0 0,0 1 1 0 0,0 0-1 0 0,-2 1 1 0 0,1 0-1 0 0,-1 1 1 0 0,-1 0-1 0 0,0 0 1 0 0,0 0-1 0 0,5 16 1 0 0,-11-22-38 0 0,1 0 0 0 0,-1-1 0 0 0,0 1 1 0 0,-1 0-1 0 0,1 0 0 0 0,-1 0 1 0 0,0 0-1 0 0,-2 7 0 0 0,2-10 82 0 0,0-1 0 0 0,0 0-1 0 0,-1 0 1 0 0,1 0-1 0 0,-1 0 1 0 0,1 0 0 0 0,-1 0-1 0 0,0 0 1 0 0,0-1 0 0 0,0 1-1 0 0,0 0 1 0 0,0 0-1 0 0,0-1 1 0 0,0 1 0 0 0,-1 0-1 0 0,1-1 1 0 0,-1 1 0 0 0,1-1-1 0 0,-1 0 1 0 0,1 1-1 0 0,-1-1 1 0 0,0 0 0 0 0,0 0-1 0 0,0 0 1 0 0,1 0 0 0 0,-5 1-1 0 0,5-2 51 0 0,1 0 0 0 0,0 0 1 0 0,-1 0-1 0 0,1 0 0 0 0,-1 0 0 0 0,1 1 0 0 0,-1-1 0 0 0,1 0 0 0 0,-1 0 0 0 0,1 0 1 0 0,-1-1-1 0 0,1 1 0 0 0,-1 0 0 0 0,1 0 0 0 0,0 0 0 0 0,-1 0 0 0 0,1 0 1 0 0,-1 0-1 0 0,1-1 0 0 0,-1 1 0 0 0,1 0 0 0 0,0 0 0 0 0,-1-1 0 0 0,1 1 0 0 0,0 0 1 0 0,-1-1-1 0 0,1 1 0 0 0,0 0 0 0 0,-1-1 0 0 0,1 1 0 0 0,0 0 0 0 0,-1-1 0 0 0,1 0 1 0 0,0 0 25 0 0,-1-1 1 0 0,1 1-1 0 0,0 0 1 0 0,0-1 0 0 0,0 1-1 0 0,0-1 1 0 0,0 1 0 0 0,0-1-1 0 0,0 1 1 0 0,1-3 0 0 0,1-3 93 0 0,0 0 0 0 0,1 0 0 0 0,4-9-1 0 0,6-5-48 0 0,1 1-1 0 0,0 0 0 0 0,2 1 1 0 0,0 0-1 0 0,1 2 0 0 0,1 0 1 0 0,0 0-1 0 0,1 2 0 0 0,32-20 1 0 0,-19 16-319 0 0,1 2 1 0 0,1 1 0 0 0,0 2 0 0 0,1 1 0 0 0,58-14-1 0 0,-11 12-2139 0 0,-44 11-5467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1:55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1212 236 15199 0 0,'-7'-5'758'0'0,"3"2"-577"0"0,-1-1 0 0 0,1 1 0 0 0,-10-4-1 0 0,12 6-85 0 0,1 1 0 0 0,-1-1-1 0 0,1 1 1 0 0,-1-1 0 0 0,0 1-1 0 0,1 0 1 0 0,-1 0 0 0 0,1 0-1 0 0,-1 0 1 0 0,0 0 0 0 0,1 0-1 0 0,-1 0 1 0 0,1 0 0 0 0,-1 1 0 0 0,0-1-1 0 0,1 0 1 0 0,-1 1 0 0 0,-1 0-1 0 0,-32 18 401 0 0,1 2 0 0 0,2 1 0 0 0,-57 48 0 0 0,-78 94-697 0 0,122-119 312 0 0,-248 274-390 0 0,110-116-273 0 0,137-154 289 0 0,-68 75-657 0 0,83-86 394 0 0,-37 58 0 0 0,67-95 524 0 0,0 0 0 0 0,0 1 1 0 0,0-1-1 0 0,0 1 0 0 0,1-1 0 0 0,-1 1 0 0 0,1-1 0 0 0,-1 1 0 0 0,1-1 0 0 0,-1 1 0 0 0,1 3 0 0 0,0-5 4 0 0,0 1-1 0 0,0-1 0 0 0,1 1 0 0 0,-1 0 0 0 0,0-1 0 0 0,1 1 0 0 0,-1-1 0 0 0,0 1 0 0 0,1-1 0 0 0,-1 1 0 0 0,1-1 0 0 0,-1 0 1 0 0,1 1-1 0 0,-1-1 0 0 0,1 1 0 0 0,-1-1 0 0 0,1 0 0 0 0,-1 0 0 0 0,1 1 0 0 0,-1-1 0 0 0,1 0 0 0 0,0 0 0 0 0,-1 0 0 0 0,1 1 1 0 0,0-1-1 0 0,-1 0 0 0 0,1 0 0 0 0,-1 0 0 0 0,1 0 0 0 0,0 0 0 0 0,-1 0 0 0 0,2-1 0 0 0,21 2 196 0 0,0-2 0 0 0,37-6 0 0 0,45-14 652 0 0,745-190 1628 0 0,-760 185-2463 0 0,79-25-118 0 0,-126 35-120 0 0,75-38 0 0 0,-112 51 187 0 0,0-1 1 0 0,0 1-1 0 0,0-1 0 0 0,8-8 1 0 0,-13 11 32 0 0,0 0 0 0 0,0 0 0 0 0,0-1 0 0 0,0 1 0 0 0,0 0-1 0 0,0 0 1 0 0,0 0 0 0 0,-1-1 0 0 0,1 1 0 0 0,-1 0 0 0 0,1-1 0 0 0,-1 1 0 0 0,1 0 0 0 0,-1-1 0 0 0,0 1 0 0 0,1-1 0 0 0,-1 1-1 0 0,0 0 1 0 0,0-1 0 0 0,0 1 0 0 0,0-1 0 0 0,-1 1 0 0 0,1-1 0 0 0,0 1 0 0 0,-1 0 0 0 0,1-1 0 0 0,0 1 0 0 0,-1-1 0 0 0,0-1 0 0 0,-5-5 68 0 0,1 0 0 0 0,-1 0 0 0 0,0 0 0 0 0,-1 0 1 0 0,0 1-1 0 0,0 0 0 0 0,-12-9 0 0 0,-60-36 562 0 0,-259-122-129 0 0,250 135-496 0 0,-133-40 0 0 0,195 72 0 0 0,0 1 0 0 0,-37-4 0 0 0,50 9 0 0 0,1 1 0 0 0,0 0 0 0 0,0 0 0 0 0,-1 2 0 0 0,1-1 0 0 0,0 1 0 0 0,-18 6 0 0 0,27-7-3 0 0,1 0 1 0 0,-1 0-1 0 0,0 0 0 0 0,0 0 1 0 0,1 1-1 0 0,-1-1 0 0 0,1 1 0 0 0,0-1 1 0 0,-1 1-1 0 0,1 0 0 0 0,0 0 1 0 0,0 0-1 0 0,0 1 0 0 0,0-1 1 0 0,0 0-1 0 0,1 1 0 0 0,-1-1 0 0 0,1 1 1 0 0,0-1-1 0 0,-1 1 0 0 0,1 0 1 0 0,0-1-1 0 0,0 5 0 0 0,0-1-4 0 0,0 0-1 0 0,1-1 1 0 0,0 1-1 0 0,1 0 0 0 0,-1 0 1 0 0,1 0-1 0 0,0 0 1 0 0,1-1-1 0 0,-1 1 1 0 0,5 10-1 0 0,10 22-79 0 0,2-1 0 0 0,25 38 1 0 0,51 67-189 0 0,-68-105 145 0 0,1 2 19 0 0,185 257-1072 0 0,-154-222 349 0 0,128 123-1 0 0,-184-195 820 0 0,78 66-468 0 0,-70-60 448 0 0,1 0 0 0 0,0-1 0 0 0,0-1-1 0 0,1 0 1 0 0,23 9 0 0 0,-35-15 67 0 0,1 1 0 0 0,-1-1 1 0 0,1 0-1 0 0,0 0 0 0 0,-1 1 1 0 0,1-1-1 0 0,0 0 0 0 0,-1 0 0 0 0,1 0 1 0 0,0 0-1 0 0,-1 0 0 0 0,1 1 1 0 0,0-1-1 0 0,-1-1 0 0 0,1 1 0 0 0,0 0 1 0 0,-1 0-1 0 0,1 0 0 0 0,0 0 1 0 0,-1 0-1 0 0,1-1 0 0 0,0 1 0 0 0,-1 0 1 0 0,1 0-1 0 0,-1-1 0 0 0,1 1 1 0 0,0 0-1 0 0,-1-1 0 0 0,1 1 0 0 0,-1-1 1 0 0,1 1-1 0 0,-1-1 0 0 0,0 1 1 0 0,1-1-1 0 0,-1 1 0 0 0,1-1 0 0 0,-1 0 1 0 0,1-2 163 0 0,-1 0 0 0 0,1 0 1 0 0,-1 0-1 0 0,0 1 1 0 0,0-1-1 0 0,0 0 0 0 0,-1-4 1 0 0,0 2-12 0 0,-26-199 2929 0 0,4 52-2575 0 0,-28-469-35 0 0,33-2-3781 0 0,16 546-4405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7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1 14743 0 0,'-4'4'511'0'0,"0"1"-1"0"0,1 0 1 0 0,-1 0 0 0 0,1 0-1 0 0,-3 8 1 0 0,-5 8-59 0 0,-58 83-1927 0 0,-120 140 0 0 0,172-225 999 0 0,11-12 306 0 0,-1 1 0 0 0,1-1-1 0 0,0 1 1 0 0,-6 12 0 0 0,13-19 365 0 0,0 0 0 0 0,0 0 0 0 0,0 0 0 0 0,1-1 0 0 0,-1 1 0 0 0,0 0 0 0 0,1 0 0 0 0,-1-1 0 0 0,1 1 0 0 0,-1-1 0 0 0,0 1 0 0 0,4-1 0 0 0,6 2 174 0 0,1-1 1 0 0,0-1-1 0 0,0 0 0 0 0,-1-1 1 0 0,13-1-1 0 0,60-15 640 0 0,-55 11-861 0 0,58-12-151 0 0,84-19 691 0 0,-60 6-7333 0 0,-94 26 650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7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0 4143 0 0,'-3'3'295'0'0,"1"1"-1"0"0,0-1 1 0 0,-1 0-1 0 0,-2 8 1 0 0,4-7 1158 0 0,-1 1 1 0 0,1-1-1 0 0,0 1 1 0 0,0 6-1 0 0,-16 177 5692 0 0,10 99-5919 0 0,7-267-1239 0 0,0-4-503 0 0,0-1 0 0 0,1 0 0 0 0,0 0 0 0 0,1 0 0 0 0,6 22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7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 18887 0 0,'0'0'1712'0'0,"6"21"-352"0"0,2 11-1145 0 0,-2 1 0 0 0,0 0 0 0 0,0 44-1 0 0,8 47-285 0 0,-11-108-43 0 0,0-1 0 0 0,2 1 0 0 0,0-1 0 0 0,0 0 0 0 0,15 25 0 0 0,-10-23-28 0 0,1-1 0 0 0,0-1 0 0 0,2 1 0 0 0,-1-2 0 0 0,2 0 0 0 0,0-1 0 0 0,1 0 0 0 0,17 11 0 0 0,-26-20 340 0 0,-1 0 0 0 0,0 1 0 0 0,0 0 0 0 0,0 0 0 0 0,0 0 0 0 0,-1 0 0 0 0,0 0 0 0 0,0 1 0 0 0,0 0 0 0 0,5 12 0 0 0,-8-15-171 0 0,0 0 1 0 0,0 0-1 0 0,0 0 1 0 0,-1 0 0 0 0,1 0-1 0 0,-1 0 1 0 0,0 0 0 0 0,0 0-1 0 0,0 0 1 0 0,0 0-1 0 0,0 0 1 0 0,-1 0 0 0 0,1 0-1 0 0,-1 0 1 0 0,0 0 0 0 0,0 0-1 0 0,0 0 1 0 0,-1 0-1 0 0,1 0 1 0 0,0 0 0 0 0,-1-1-1 0 0,0 1 1 0 0,0-1 0 0 0,0 1-1 0 0,0-1 1 0 0,-3 3-1 0 0,-2 2-17 0 0,-1-1 0 0 0,0 0-1 0 0,0 0 1 0 0,0-1-1 0 0,-1 0 1 0 0,1 0 0 0 0,-1-1-1 0 0,-1 0 1 0 0,1 0-1 0 0,0-1 1 0 0,-18 3-1 0 0,11-4-484 0 0,1 0 0 0 0,-22 0 0 0 0,15-2-2612 0 0,-23-4 1 0 0,12-1-3892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7.8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0 248 10591 0 0,'19'-10'944'0'0,"-1"2"-752"0"0,-1 3-192 0 0,-5 1 0 0 0,3 3 1184 0 0,7-6 208 0 0,21-7 40 0 0,26-7 8 0 0,22-7-768 0 0,11-2-144 0 0,1 1-32 0 0,-8 2-8 0 0,-9 4-840 0 0,-7 4-160 0 0,-8 7-40 0 0,-6 2-8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8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 1 10591 0 0,'21'3'5489'0'0,"-21"-2"-5394"0"0,-6 8 1696 0 0,-11 6-1323 0 0,-1 0 0 0 0,-25 15 1 0 0,3-2-699 0 0,24-16 93 0 0,-49 41-320 0 0,59-48 430 0 0,0 1 0 0 0,1 0 0 0 0,0 0 0 0 0,0 1 0 0 0,0-1-1 0 0,1 1 1 0 0,0 0 0 0 0,-3 8 0 0 0,6-13-7 0 0,1-1-1 0 0,-1 0 1 0 0,1 1-1 0 0,0-1 1 0 0,0 1-1 0 0,0-1 1 0 0,0 0 0 0 0,0 1-1 0 0,0-1 1 0 0,0 1-1 0 0,0-1 1 0 0,0 0-1 0 0,1 1 1 0 0,-1-1-1 0 0,0 0 1 0 0,1 1-1 0 0,0 1 1 0 0,1 0-12 0 0,-1-1-1 0 0,1 1 1 0 0,0 0-1 0 0,0-1 1 0 0,0 0-1 0 0,0 1 1 0 0,4 2 0 0 0,4 2 107 0 0,0 0 1 0 0,0 0-1 0 0,12 4 1 0 0,-18-9 45 0 0,4 2-115 0 0,-1 0 231 0 0,-1-1-1 0 0,1 1 1 0 0,-1 0-1 0 0,0 0 1 0 0,9 8-1 0 0,-14-11-170 0 0,0 0 0 0 0,0 1 0 0 0,0-1 1 0 0,0 0-1 0 0,0 1 0 0 0,0-1 0 0 0,-1 0 0 0 0,1 1 0 0 0,0-1 0 0 0,-1 1 0 0 0,1-1 0 0 0,-1 1 0 0 0,0-1 0 0 0,1 1 1 0 0,-1-1-1 0 0,0 1 0 0 0,0 0 0 0 0,0-1 0 0 0,0 1 0 0 0,0-1 0 0 0,0 1 0 0 0,-1-1 0 0 0,1 1 0 0 0,0 0 0 0 0,-1-1 1 0 0,1 1-1 0 0,-1-1 0 0 0,0 0 0 0 0,1 1 0 0 0,-1-1 0 0 0,0 1 0 0 0,-1 0 0 0 0,-1 3-334 0 0,-1 0 0 0 0,0-1 0 0 0,0 0 0 0 0,0 0 1 0 0,0 0-1 0 0,-1 0 0 0 0,0 0 0 0 0,0-1 0 0 0,0 0 0 0 0,-9 5 0 0 0,-3-1-6137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8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1 353 2759 0 0,'23'-16'-1135'0'0,"13"-9"4972"0"0,23-11 7756 0 0,230-96-5675 0 0,-44 22-6631 0 0,-213 93-1112 0 0,-3 0-5562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8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 10591 0 0,'-1'0'67'0'0,"1"-1"0"0"0,-1 1 0 0 0,1 0-1 0 0,-1 0 1 0 0,1 0 0 0 0,-1 0 0 0 0,1 0-1 0 0,-1 0 1 0 0,1 0 0 0 0,-1 0 0 0 0,1 1-1 0 0,-1-1 1 0 0,1 0 0 0 0,-1 0 0 0 0,1 0 0 0 0,-1 0-1 0 0,1 1 1 0 0,-1-1 0 0 0,1 0 0 0 0,0 1-1 0 0,-1-1 1 0 0,1 0 0 0 0,-1 1 0 0 0,1-1-1 0 0,0 0 1 0 0,-1 1 0 0 0,1-1 0 0 0,0 0-1 0 0,0 1 1 0 0,-1-1 0 0 0,1 1 0 0 0,0-1-1 0 0,0 1 1 0 0,-1-1 0 0 0,1 1 0 0 0,0-1 0 0 0,0 2-1 0 0,-5 24 2566 0 0,4-17-2309 0 0,-34 357 4229 0 0,28-257-4093 0 0,4-58-388 0 0,-7 133 516 0 0,10-142-1052 0 0,2-1-1 0 0,10 58 0 0 0,-5-66-1502 0 0,1-6-4756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8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208 214 6911 0 0,'1'-15'3116'0'0,"0"0"-1"0"0,-2-26 1 0 0,-1 23-2033 0 0,-1 0-1 0 0,0-1 1 0 0,-11-31 0 0 0,13 48-1067 0 0,0-1 1 0 0,0 1 0 0 0,0 0 0 0 0,0-1 0 0 0,-1 1-1 0 0,1 0 1 0 0,0 0 0 0 0,-1-1 0 0 0,0 1 0 0 0,1 0-1 0 0,-1 1 1 0 0,0-1 0 0 0,0 0 0 0 0,-4-2-1 0 0,4 3-70 0 0,1 1-1 0 0,-1-1 0 0 0,1 1 0 0 0,-1-1 0 0 0,1 1 0 0 0,-1 0 0 0 0,1 0 1 0 0,-1 0-1 0 0,0 0 0 0 0,1 0 0 0 0,-1 0 0 0 0,1 0 0 0 0,-1 1 0 0 0,0-1 0 0 0,1 0 1 0 0,-1 1-1 0 0,1-1 0 0 0,-1 1 0 0 0,1 0 0 0 0,0 0 0 0 0,-1-1 0 0 0,1 1 0 0 0,0 0 1 0 0,-1 0-1 0 0,-1 2 0 0 0,-5 4-232 0 0,1 0 1 0 0,0 1-1 0 0,0 0 0 0 0,0 1 1 0 0,1 0-1 0 0,0-1 0 0 0,1 2 1 0 0,-7 15-1 0 0,-3 9 61 0 0,-9 37 0 0 0,20-58 239 0 0,1 0 1 0 0,0 0-1 0 0,-2 27 0 0 0,5-37 34 0 0,-1 1 1 0 0,1-1-1 0 0,0 1 0 0 0,1-1 0 0 0,-1 1 1 0 0,1-1-1 0 0,-1 1 0 0 0,1-1 0 0 0,0 1 1 0 0,0-1-1 0 0,1 0 0 0 0,-1 0 0 0 0,1 1 1 0 0,-1-1-1 0 0,1 0 0 0 0,0 0 0 0 0,0-1 0 0 0,0 1 1 0 0,1 0-1 0 0,2 2 0 0 0,-4-4-27 0 0,1-1-1 0 0,0 1 1 0 0,-1 0 0 0 0,1-1-1 0 0,0 1 1 0 0,0-1 0 0 0,-1 1-1 0 0,1-1 1 0 0,0 0-1 0 0,0 0 1 0 0,0 0 0 0 0,-1 0-1 0 0,1 0 1 0 0,0 0-1 0 0,0-1 1 0 0,0 1 0 0 0,-1 0-1 0 0,1-1 1 0 0,0 0 0 0 0,0 1-1 0 0,-1-1 1 0 0,1 0-1 0 0,1-1 1 0 0,7-3 118 0 0,-1 0-1 0 0,13-11 1 0 0,-21 15-124 0 0,28-22 174 0 0,-2-1 1 0 0,29-32 0 0 0,-56 56-140 0 0,0 0-1 0 0,0-1 0 0 0,0 1 1 0 0,1 0-1 0 0,-1-1 1 0 0,0 1-1 0 0,0 0 0 0 0,1 0 1 0 0,-1-1-1 0 0,0 1 1 0 0,1 0-1 0 0,-1 0 0 0 0,0 0 1 0 0,1-1-1 0 0,-1 1 1 0 0,0 0-1 0 0,1 0 0 0 0,-1 0 1 0 0,0 0-1 0 0,1 0 1 0 0,-1 0-1 0 0,0 0 1 0 0,1 0-1 0 0,-1 0 0 0 0,0 0 1 0 0,1 0-1 0 0,-1 0 1 0 0,1 0-1 0 0,-1 0 0 0 0,0 0 1 0 0,1 0-1 0 0,0 1 31 0 0,-1-1 0 0 0,1 1 0 0 0,-1 0 0 0 0,1-1-1 0 0,-1 1 1 0 0,1-1 0 0 0,-1 1 0 0 0,1 0 0 0 0,-1 0 0 0 0,0-1-1 0 0,1 1 1 0 0,-1 0 0 0 0,1 1 0 0 0,4 31 826 0 0,-4-28-940 0 0,2 65-1636 0 0,-2-62 607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1 253 15663 0 0,'0'-2'195'0'0,"1"-1"0"0"0,0 1 0 0 0,0 0 0 0 0,1 1 0 0 0,-1-1 0 0 0,0 0 0 0 0,0 0 0 0 0,1 0 0 0 0,-1 1 0 0 0,1-1 1 0 0,0 1-1 0 0,-1-1 0 0 0,1 1 0 0 0,3-2 0 0 0,31-16 2053 0 0,-22 12-1838 0 0,14-7 76 0 0,1 2 1 0 0,36-11-1 0 0,64-11 168 0 0,4-1-964 0 0,-104 25-176 0 0,0 0-1 0 0,40-22 1 0 0,-60 26-732 0 0,0 1 1 0 0,15-12-1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9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22 10591 0 0,'-4'-6'420'0'0,"3"4"-326"0"0,1 1 0 0 0,-1 0 0 0 0,0 0 0 0 0,1-1 0 0 0,-1 1 0 0 0,0 0 0 0 0,1-1 0 0 0,-1 1 0 0 0,1-2 0 0 0,3 63 8799 0 0,9 32-8232 0 0,-2-17-399 0 0,4 68-129 0 0,19 141-64 0 0,-32-276-110 0 0,16 78 180 0 0,-15-78-251 0 0,0 0-1 0 0,1 0 1 0 0,0-1-1 0 0,1 1 1 0 0,0-1-1 0 0,0 1 1 0 0,1-1 0 0 0,5 7-1 0 0,-9-13 25 0 0,0 1-1 0 0,0-1 1 0 0,0 0-1 0 0,0 0 1 0 0,0 0-1 0 0,1-1 1 0 0,-1 1-1 0 0,0 0 1 0 0,0 0-1 0 0,1-1 1 0 0,-1 1-1 0 0,0-1 1 0 0,1 1-1 0 0,-1-1 1 0 0,1 1-1 0 0,-1-1 1 0 0,0 0-1 0 0,1 0 1 0 0,-1 1-1 0 0,1-1 1 0 0,-1 0-1 0 0,1-1 1 0 0,-1 1-1 0 0,1 0 1 0 0,-1 0-1 0 0,0-1 1 0 0,1 1 0 0 0,-1 0-1 0 0,1-1 1 0 0,1 0-1 0 0,2-2-322 0 0,0-1-1 0 0,1 1 1 0 0,-1-1-1 0 0,0 0 1 0 0,7-8-1 0 0,7-8-1000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9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2039 0 0,'12'-15'3714'0'0,"-10"12"-2866"0"0,1 0-1 0 0,0 1 1 0 0,0-1 0 0 0,0 1 0 0 0,1-1 0 0 0,-1 1 0 0 0,6-3 0 0 0,-8 5-665 0 0,0-1 0 0 0,0 1 1 0 0,0 0-1 0 0,0-1 1 0 0,-1 1-1 0 0,1 0 1 0 0,0 0-1 0 0,0 0 0 0 0,0 0 1 0 0,0 0-1 0 0,0 0 1 0 0,0 0-1 0 0,0 0 0 0 0,0 0 1 0 0,0 0-1 0 0,0 1 1 0 0,0-1-1 0 0,0 0 0 0 0,0 1 1 0 0,0-1-1 0 0,0 1 1 0 0,-1-1-1 0 0,1 1 1 0 0,0-1-1 0 0,0 1 0 0 0,0-1 1 0 0,-1 1-1 0 0,1 0 1 0 0,0-1-1 0 0,-1 1 0 0 0,1 0 1 0 0,-1 0-1 0 0,1 0 1 0 0,-1-1-1 0 0,1 1 0 0 0,0 2 1 0 0,3 6 196 0 0,-1 1 0 0 0,0 0-1 0 0,0 0 1 0 0,-1 0 0 0 0,0 0 0 0 0,-1 0 0 0 0,0 0 0 0 0,-1 11-1 0 0,0-9-436 0 0,1 1-1 0 0,0-1 1 0 0,1 1-1 0 0,6 21 0 0 0,-3-27-2396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19.7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11519 0 0,'1'0'1224'0'0,"0"2"-1224"0"0,2 2 1688 0 0,-1 1 296 0 0,2 1 56 0 0,1 3 8 0 0,3 7-1592 0 0,4 5-320 0 0,3 6-64 0 0,0 1-8 0 0,-1 1-1344 0 0,2 1-272 0 0,2 4-48 0 0,0-10-16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0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171 67 3223 0 0,'-4'15'954'0'0,"-4"9"8814"0"0,0-3-2746 0 0,4-7-7954 0 0,2-6 1583 0 0,-2 11 214 0 0,-1 1-1 0 0,-2 35 1 0 0,7-50-890 0 0,0 0 1 0 0,0-1-1 0 0,0 1 1 0 0,1 0-1 0 0,-1 0 0 0 0,1-1 1 0 0,0 1-1 0 0,1-1 0 0 0,-1 1 1 0 0,1-1-1 0 0,-1 0 0 0 0,1 1 1 0 0,1-1-1 0 0,-1 0 0 0 0,1 0 1 0 0,-1 0-1 0 0,7 6 0 0 0,-7-8-17 0 0,1-1-1 0 0,-1 1 1 0 0,1-1-1 0 0,-1 0 0 0 0,1 0 1 0 0,0 0-1 0 0,-1 0 1 0 0,1 0-1 0 0,0 0 0 0 0,0-1 1 0 0,0 1-1 0 0,0-1 0 0 0,-1 0 1 0 0,1 0-1 0 0,0 0 1 0 0,0 0-1 0 0,0-1 0 0 0,0 1 1 0 0,-1-1-1 0 0,1 1 1 0 0,0-1-1 0 0,0 0 0 0 0,-1 0 1 0 0,5-2-1 0 0,-1 0 59 0 0,-1 0 0 0 0,1 0 0 0 0,-1 0 1 0 0,1-1-1 0 0,-1 1 0 0 0,0-1 0 0 0,0 0 0 0 0,-1-1 0 0 0,1 1 0 0 0,3-7 0 0 0,-5 8-1 0 0,-1-1 0 0 0,0 1-1 0 0,0 0 1 0 0,-1-1-1 0 0,1 0 1 0 0,-1 1 0 0 0,0-1-1 0 0,0 0 1 0 0,0 0-1 0 0,0 1 1 0 0,0-1 0 0 0,-1 0-1 0 0,0 0 1 0 0,0 0-1 0 0,0 0 1 0 0,-1-6-1 0 0,0 5-15 0 0,-1 0 0 0 0,0 0 0 0 0,0 0 0 0 0,0 0 0 0 0,0 0 0 0 0,-1 1 0 0 0,1-1 0 0 0,-1 1 0 0 0,-1-1-1 0 0,-6-6 1 0 0,1 1-96 0 0,-1 2-1 0 0,0-1 1 0 0,-1 2 0 0 0,0-1-1 0 0,0 1 1 0 0,-1 1-1 0 0,0 0 1 0 0,0 1-1 0 0,-14-5 1 0 0,11 6-8 0 0,-1 1 0 0 0,-1 1 0 0 0,1 0 0 0 0,0 1 0 0 0,-26 1 0 0 0,13 1-12 0 0,33-2-62 0 0,1 0 0 0 0,-1 0 0 0 0,0-1 0 0 0,-1 1-1 0 0,7-3 1 0 0,7-4 38 0 0,30-6-139 0 0,89-17 1 0 0,-106 27 434 0 0,0 1 0 0 0,0 2 0 0 0,0 0 0 0 0,37 5 0 0 0,-51-1-12 0 0,-2 0 1 0 0,1 0-1 0 0,0 1 0 0 0,-1 1 0 0 0,1 1 1 0 0,-1 0-1 0 0,-1 1 0 0 0,1 0 1 0 0,20 16-1 0 0,-27-19-78 0 0,-2 2 1 0 0,1-1 0 0 0,0 0-1 0 0,-1 1 1 0 0,0 0-1 0 0,-1 0 1 0 0,1 1-1 0 0,-1-1 1 0 0,4 9 0 0 0,-6-10-68 0 0,0 1 1 0 0,-1-1 0 0 0,1 0 0 0 0,-1 1 0 0 0,0 0 0 0 0,0-1-1 0 0,-1 1 1 0 0,1 0 0 0 0,-1-1 0 0 0,0 1 0 0 0,-1 0 0 0 0,0-1-1 0 0,-2 10 1 0 0,-1-2-118 0 0,4-13 86 0 0,-1 1-1 0 0,1 0 1 0 0,0-1-1 0 0,0 1 0 0 0,0-1 1 0 0,0 1-1 0 0,-1-1 1 0 0,1 1-1 0 0,0-1 0 0 0,-1 1 1 0 0,1-1-1 0 0,0 1 1 0 0,-1-1-1 0 0,1 0 0 0 0,-1 1 1 0 0,1-1-1 0 0,-1 1 1 0 0,1-1-1 0 0,-1 1 1 0 0,0-3 0 0 0,1 0 1 0 0,-1 1 0 0 0,1-1 0 0 0,-1 0 0 0 0,1 1-1 0 0,0-1 1 0 0,0 0 0 0 0,0 1 0 0 0,0-1 0 0 0,0-2-1 0 0,0 1 2 0 0,1-14-42 0 0,0-1 0 0 0,1 1-1 0 0,1 0 1 0 0,1 0 0 0 0,0 0-1 0 0,1 0 1 0 0,1 1 0 0 0,14-29-1 0 0,-19 43 178 0 0,0 0-1 0 0,1-1 0 0 0,-1 1 1 0 0,1 0-1 0 0,-1 0 1 0 0,1 0-1 0 0,0 1 1 0 0,-1-1-1 0 0,1 0 0 0 0,0 1 1 0 0,0-1-1 0 0,4-1 1 0 0,-5 3-45 0 0,0-1 0 0 0,0 1 1 0 0,1 0-1 0 0,-1 0 0 0 0,0-1 1 0 0,0 1-1 0 0,0 0 0 0 0,0 0 1 0 0,1 1-1 0 0,-1-1 0 0 0,0 0 1 0 0,0 0-1 0 0,0 0 0 0 0,0 1 1 0 0,0-1-1 0 0,1 1 0 0 0,-1-1 1 0 0,0 1-1 0 0,0-1 0 0 0,0 1 1 0 0,0 0-1 0 0,0-1 0 0 0,0 1 1 0 0,-1 0-1 0 0,1 0 0 0 0,0 0 1 0 0,0-1-1 0 0,1 3 0 0 0,10 13 235 0 0,-1 0-1 0 0,-1 1 1 0 0,17 35-1 0 0,3 6 16 0 0,-16-36-632 0 0,0 0 1 0 0,1-1-1 0 0,1-1 0 0 0,25 25 1 0 0,-19-25-7785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3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881 22 11519 0 0,'0'-2'284'0'0,"-1"0"0"0"0,0 0 0 0 0,0 0 0 0 0,0 0 0 0 0,0 1 0 0 0,0-1 0 0 0,0 0 0 0 0,0 1 0 0 0,-5-4 1056 0 0,5 5-1189 0 0,1 0 0 0 0,0 0-1 0 0,-1-1 1 0 0,1 1 0 0 0,0 0 0 0 0,-1 0 0 0 0,1 0 0 0 0,-1 0-1 0 0,1 1 1 0 0,0-1 0 0 0,-2 0 452 0 0,2 0-452 0 0,-11 10 2188 0 0,-2 9-1809 0 0,2 0 1 0 0,-17 37-1 0 0,6-11-357 0 0,-433 729 351 0 0,386-674-538 0 0,-150 239-181 0 0,215-331 99 0 0,0-2-215 0 0,0 1 0 0 0,1 0 0 0 0,-1 0 0 0 0,1 1 0 0 0,1-1 0 0 0,-1 1 0 0 0,1-1 0 0 0,-2 15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3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10591 0 0,'1'0'111'0'0,"-1"-1"0"0"0,0 1 0 0 0,1 0-1 0 0,-1 0 1 0 0,1 0 0 0 0,-1 0 0 0 0,1-1 0 0 0,-1 1-1 0 0,1 0 1 0 0,-1 0 0 0 0,0 0 0 0 0,1 0 0 0 0,-1 0-1 0 0,1 0 1 0 0,-1 0 0 0 0,1 1 0 0 0,-1-1-1 0 0,1 0 1 0 0,-1 0 0 0 0,1 0 0 0 0,-1 0 0 0 0,0 0-1 0 0,1 1 1 0 0,-1-1 0 0 0,1 1 0 0 0,12 11 2499 0 0,5 17-265 0 0,-10-13-1998 0 0,-1 1-1 0 0,-1 0 1 0 0,-1 0-1 0 0,-1 0 1 0 0,0 1-1 0 0,-1 0 1 0 0,1 21-1 0 0,-3 130 69 0 0,-2-141-358 0 0,1-26-57 0 0,0 151-3905 0 0,1-127-2630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3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12439 0 0,'3'16'2947'0'0,"-3"-15"-2911"0"0,11 28 1096 0 0,0 0 0 0 0,22 37 0 0 0,-29-59-1167 0 0,0 0 0 0 0,0-1 1 0 0,1 1-1 0 0,0-1 0 0 0,0 0 0 0 0,1-1 1 0 0,-1 1-1 0 0,1-1 0 0 0,0 0 0 0 0,0-1 1 0 0,1 1-1 0 0,0-1 0 0 0,-1-1 0 0 0,1 1 1 0 0,9 2-1 0 0,-13-5 9 0 0,0 0 0 0 0,0-1 0 0 0,0 1 0 0 0,0-1 0 0 0,0 0 0 0 0,0 0 0 0 0,0 0 0 0 0,0 0 0 0 0,0 0 0 0 0,0-1 0 0 0,0 1 0 0 0,0-1 0 0 0,-1 0 0 0 0,1 0 0 0 0,0 0 0 0 0,0 0 0 0 0,-1 0 0 0 0,1-1 0 0 0,0 1 0 0 0,-1-1 0 0 0,0 0 0 0 0,1 0 0 0 0,-1 0 0 0 0,0 0 0 0 0,4-4 0 0 0,-3 2 6 0 0,-1 0 0 0 0,1 0 0 0 0,-1 0 0 0 0,1 0 0 0 0,-1 0 0 0 0,0-1 0 0 0,-1 1 1 0 0,1-1-1 0 0,-1 0 0 0 0,0 1 0 0 0,0-1 0 0 0,0 0 0 0 0,-1 1 0 0 0,0-1 0 0 0,0-7 0 0 0,-1 4 140 0 0,0 0 1 0 0,-1 1-1 0 0,0-1 0 0 0,-1 0 0 0 0,0 1 0 0 0,0-1 0 0 0,0 1 0 0 0,-1 0 1 0 0,0 0-1 0 0,0 0 0 0 0,-1 1 0 0 0,0 0 0 0 0,0-1 0 0 0,-11-8 0 0 0,12 11 9 0 0,0 0-1 0 0,-1 0 1 0 0,0 1-1 0 0,0 0 1 0 0,1 0-1 0 0,-2 0 1 0 0,1 1-1 0 0,0-1 0 0 0,-1 1 1 0 0,1 1-1 0 0,-1-1 1 0 0,1 1-1 0 0,-1 0 1 0 0,0 0-1 0 0,1 0 1 0 0,-1 1-1 0 0,0 0 0 0 0,0 0 1 0 0,1 1-1 0 0,-1-1 1 0 0,-7 3-1 0 0,11-3-302 0 0,0 1-1 0 0,0-1 0 0 0,0 1 1 0 0,1-1-1 0 0,-1 1 1 0 0,0 0-1 0 0,1 0 1 0 0,-1 0-1 0 0,0 0 0 0 0,1 0 1 0 0,-1 0-1 0 0,1 0 1 0 0,0 1-1 0 0,-1-1 0 0 0,-1 3 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4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41 16583 0 0,'-1'-2'160'0'0,"1"0"-1"0"0,0 0 1 0 0,0 0-1 0 0,-1 0 1 0 0,1 1 0 0 0,-1-1-1 0 0,0 0 1 0 0,0 1-1 0 0,1-1 1 0 0,-1 0-1 0 0,0 1 1 0 0,0-1-1 0 0,0 1 1 0 0,-1-1-1 0 0,1 1 1 0 0,0 0-1 0 0,0-1 1 0 0,-1 1 0 0 0,1 0-1 0 0,-1 0 1 0 0,1 0-1 0 0,-1 0 1 0 0,0 0-1 0 0,1 1 1 0 0,-1-1-1 0 0,0 0 1 0 0,1 1-1 0 0,-1-1 1 0 0,0 1 0 0 0,-2-1-1 0 0,0 1-106 0 0,0 0-1 0 0,1 0 0 0 0,-1 1 1 0 0,1-1-1 0 0,-1 1 1 0 0,1 0-1 0 0,-1 0 1 0 0,1 0-1 0 0,0 0 1 0 0,-1 1-1 0 0,1-1 1 0 0,0 1-1 0 0,0 0 1 0 0,0 0-1 0 0,-3 2 0 0 0,-5 6-363 0 0,0 0 0 0 0,1 0 0 0 0,0 2 0 0 0,1-1 0 0 0,0 1 0 0 0,1 0 0 0 0,0 1 0 0 0,-12 26-1 0 0,17-31 87 0 0,-1 0 0 0 0,2 1 0 0 0,-1-1 0 0 0,1 1 0 0 0,0 0 0 0 0,0-1 0 0 0,1 1 0 0 0,1 0 0 0 0,-1 0 0 0 0,1 0 0 0 0,1 0 0 0 0,0 0 0 0 0,0-1 0 0 0,1 1 0 0 0,0 0 0 0 0,3 9 0 0 0,-3-14 33 0 0,0 0 1 0 0,0 0-1 0 0,0-1 0 0 0,1 1 0 0 0,-1-1 0 0 0,1 1 0 0 0,0-1 0 0 0,0 0 1 0 0,0 0-1 0 0,1 0 0 0 0,-1 0 0 0 0,0-1 0 0 0,1 0 0 0 0,7 4 0 0 0,-5-3-173 0 0,0-1 0 0 0,-1 0 0 0 0,1 0 0 0 0,0-1 0 0 0,0 0 0 0 0,0 0-1 0 0,0 0 1 0 0,1-1 0 0 0,-1 0 0 0 0,7 0 0 0 0,8-3-2997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4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201 121 7367 0 0,'3'-1'190'0'0,"-1"-1"0"0"0,0 0 1 0 0,0 0-1 0 0,0 0 0 0 0,-1 0 0 0 0,1 0 0 0 0,2-3 0 0 0,-3 3 215 0 0,-1 0-1 0 0,1 0 1 0 0,0 0 0 0 0,-1 0-1 0 0,1 0 1 0 0,-1 0 0 0 0,0 0 0 0 0,1 0-1 0 0,-1 0 1 0 0,0 0 0 0 0,0-1-1 0 0,0 1 1 0 0,-1 0 0 0 0,1 0 0 0 0,0 0-1 0 0,-1 0 1 0 0,0 0 0 0 0,1 0 0 0 0,-1 0-1 0 0,0 0 1 0 0,0 0 0 0 0,0 1-1 0 0,0-1 1 0 0,-2-3 0 0 0,0 1-135 0 0,0 0 0 0 0,0 1 0 0 0,0-1 0 0 0,0 0 0 0 0,-1 1 0 0 0,1 0 0 0 0,-1 0 0 0 0,0 0 0 0 0,0 0-1 0 0,0 0 1 0 0,0 1 0 0 0,0 0 0 0 0,-6-2 0 0 0,7 3-262 0 0,0 0-1 0 0,0 0 1 0 0,-1 0 0 0 0,1 1-1 0 0,0 0 1 0 0,0 0-1 0 0,0 0 1 0 0,-1 0 0 0 0,1 0-1 0 0,0 0 1 0 0,0 1-1 0 0,0 0 1 0 0,0-1-1 0 0,-1 1 1 0 0,1 0 0 0 0,0 1-1 0 0,1-1 1 0 0,-1 0-1 0 0,0 1 1 0 0,-5 3-1 0 0,1 1-70 0 0,0 1 0 0 0,1-1 0 0 0,-1 1 0 0 0,1 1-1 0 0,1-1 1 0 0,-1 1 0 0 0,1 0 0 0 0,1 0-1 0 0,0 0 1 0 0,-6 14 0 0 0,6-11 48 0 0,0 1-1 0 0,1-1 1 0 0,0 1 0 0 0,1 0 0 0 0,1-1 0 0 0,-1 1-1 0 0,2 23 1 0 0,0-32-4 0 0,0 1 0 0 0,1-1 0 0 0,0 0-1 0 0,0 0 1 0 0,0 1 0 0 0,0-1 0 0 0,0 0 0 0 0,0 0 0 0 0,1 0-1 0 0,-1 0 1 0 0,1 0 0 0 0,0 0 0 0 0,0 0 0 0 0,4 3 0 0 0,-5-5 12 0 0,1 0 1 0 0,-1 0-1 0 0,0 0 1 0 0,1 0 0 0 0,-1 0-1 0 0,1 0 1 0 0,-1-1 0 0 0,1 1-1 0 0,0 0 1 0 0,-1-1-1 0 0,1 1 1 0 0,0-1 0 0 0,-1 0-1 0 0,1 0 1 0 0,0 0 0 0 0,-1 0-1 0 0,1 0 1 0 0,0 0-1 0 0,-1 0 1 0 0,1 0 0 0 0,0 0-1 0 0,-1-1 1 0 0,1 1 0 0 0,0-1-1 0 0,-1 1 1 0 0,1-1-1 0 0,-1 0 1 0 0,1 0 0 0 0,-1 0-1 0 0,3-1 1 0 0,6-6 122 0 0,-1 0 1 0 0,1-1-1 0 0,-2 1 0 0 0,1-2 1 0 0,10-14-1 0 0,14-16-1 0 0,-27 33-114 0 0,16-14-15 0 0,-21 19 4 0 0,0 1 0 0 0,0 1-1 0 0,0-1 1 0 0,1 0 0 0 0,-1 0 0 0 0,0 0 0 0 0,1 1 0 0 0,-1-1-1 0 0,0 0 1 0 0,1 1 0 0 0,-1-1 0 0 0,1 1 0 0 0,-1 0 0 0 0,1 0-1 0 0,1-1 1 0 0,-1 2 9 0 0,-1-1 1 0 0,0 0-1 0 0,0 1 0 0 0,0-1 0 0 0,0 1 1 0 0,0 0-1 0 0,0-1 0 0 0,0 1 0 0 0,0 0 1 0 0,0 0-1 0 0,0-1 0 0 0,0 1 0 0 0,-1 0 0 0 0,1 0 1 0 0,0 0-1 0 0,0 0 0 0 0,-1 0 0 0 0,1 0 1 0 0,-1 0-1 0 0,1 0 0 0 0,-1 0 0 0 0,1 2 1 0 0,8 31 3 0 0,-7-26-5 0 0,4 23-51 0 0,-4-17-641 0 0,1 0 0 0 0,1 0 0 0 0,8 20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4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 14743 0 0,'3'-4'352'0'0,"0"0"-1"0"0,0 0 1 0 0,1 0-1 0 0,-1 0 1 0 0,1 1-1 0 0,0 0 0 0 0,0 0 1 0 0,1 0-1 0 0,-1 0 1 0 0,0 1-1 0 0,8-4 1 0 0,8-2 841 0 0,29-8 1 0 0,-33 11-1169 0 0,154-32 472 0 0,-47 13-5421 0 0,-102 19-1375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4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10 5527 0 0,'-6'-9'9204'0'0,"4"31"-6058"0"0,1-10-3716 0 0,-46 414 2590 0 0,38-306-1103 0 0,9-100-1025 0 0,0 1 1 0 0,2-1-1 0 0,7 37 1 0 0,-9-56-69 0 0,0 0 1 0 0,0 1 0 0 0,0-1-1 0 0,1 0 1 0 0,-1 0-1 0 0,1 0 1 0 0,-1 1-1 0 0,1-1 1 0 0,-1 0 0 0 0,1 0-1 0 0,-1 0 1 0 0,1 0-1 0 0,0 0 1 0 0,0 0-1 0 0,0 0 1 0 0,-1 0 0 0 0,1 0-1 0 0,0 0 1 0 0,0-1-1 0 0,0 1 1 0 0,0 0-1 0 0,0-1 1 0 0,1 1 0 0 0,-1-1-1 0 0,0 1 1 0 0,0-1-1 0 0,0 1 1 0 0,0-1-1 0 0,1 0 1 0 0,-1 1 0 0 0,0-1-1 0 0,0 0 1 0 0,1 0-1 0 0,-1 0 1 0 0,0 0-1 0 0,0 0 1 0 0,1 0 0 0 0,-1-1-1 0 0,0 1 1 0 0,0 0-1 0 0,0 0 1 0 0,1-1-1 0 0,-1 1 1 0 0,0-1 0 0 0,0 1-1 0 0,2-2 1 0 0,9-6-4219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5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3679 0 0,'15'-5'160'0'0,"-10"2"40"0"0,-4 3-200 0 0,0-1 0 0 0,3 2 992 0 0,1 2 152 0 0,1 2 32 0 0,2 2 8 0 0,1 3-432 0 0,-3 1-80 0 0,3 1-24 0 0,-4 1 0 0 0,0-1-456 0 0,0 1-96 0 0,-1 1-24 0 0,1-1-4712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5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13823 0 0,'0'-7'608'0'0,"2"-2"2888"0"0,2 12-2560 0 0,1 2-936 0 0,-2 3-232 0 0,2 5-24 0 0,-1 7-4680 0 0,1-1-936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5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1 131 15199 0 0,'11'19'1718'0'0,"27"41"1487"0"0,-32-52-2993 0 0,0 0 0 0 0,0 0 1 0 0,1-1-1 0 0,14 12 0 0 0,-19-17-301 0 0,1 0 1 0 0,-1-1-1 0 0,1 1 0 0 0,-1-1 1 0 0,1 0-1 0 0,0 0 0 0 0,0 0 1 0 0,-1 0-1 0 0,1 0 0 0 0,0-1 1 0 0,0 1-1 0 0,0-1 0 0 0,0 0 0 0 0,0 0 1 0 0,0 0-1 0 0,0 0 0 0 0,0 0 1 0 0,0-1-1 0 0,-1 1 0 0 0,1-1 1 0 0,0 0-1 0 0,0 0 0 0 0,0 0 0 0 0,-1 0 1 0 0,1 0-1 0 0,0 0 0 0 0,-1-1 1 0 0,1 0-1 0 0,2-2 0 0 0,-2 2 65 0 0,-1 0-1 0 0,0 0 0 0 0,0 0 0 0 0,0 0 1 0 0,-1 0-1 0 0,1 0 0 0 0,0-1 0 0 0,-1 1 1 0 0,0-1-1 0 0,1 1 0 0 0,-1-1 0 0 0,0 1 1 0 0,0-1-1 0 0,-1 0 0 0 0,1 0 0 0 0,0 1 1 0 0,-1-1-1 0 0,0 0 0 0 0,0 0 0 0 0,0 1 1 0 0,0-1-1 0 0,0 0 0 0 0,0 0 0 0 0,-1 0 1 0 0,1 1-1 0 0,-1-1 0 0 0,0 0 0 0 0,0 0 1 0 0,0 1-1 0 0,-2-5 0 0 0,-1 1 155 0 0,0 0 0 0 0,-1 0 0 0 0,1 1 0 0 0,-1 0 0 0 0,0 0-1 0 0,-1 0 1 0 0,1 0 0 0 0,-1 1 0 0 0,0 0 0 0 0,0 0 0 0 0,0 1 0 0 0,-1-1-1 0 0,-8-2 1 0 0,-10-3-21 0 0,0 1 0 0 0,-31-6-1 0 0,56 14-129 0 0,0 0 1 0 0,0 0-1 0 0,0 0 0 0 0,-1 0 0 0 0,1 0 0 0 0,0 0 0 0 0,0 0 1 0 0,0 0-1 0 0,-1 0 0 0 0,1 0 0 0 0,0 0 0 0 0,0 0 0 0 0,0 0 1 0 0,-1 0-1 0 0,1-1 0 0 0,0 1 0 0 0,0 0 0 0 0,0 0 0 0 0,0 0 1 0 0,0 0-1 0 0,-1 0 0 0 0,1 0 0 0 0,0-1 0 0 0,0 1 1 0 0,0 0-1 0 0,0 0 0 0 0,0 0 0 0 0,0 0 0 0 0,0-1 0 0 0,0 1 1 0 0,-1 0-1 0 0,1 0 0 0 0,0 0 0 0 0,0-1 0 0 0,0 1 0 0 0,0 0 1 0 0,0 0-1 0 0,0 0 0 0 0,0-1 0 0 0,0 1 0 0 0,7-8-255 0 0,14-6 352 0 0,-20 13-84 0 0,12-6 88 0 0,0 0 1 0 0,0 2-1 0 0,1-1 1 0 0,0 2 0 0 0,0 0-1 0 0,0 0 1 0 0,1 1-1 0 0,-1 1 1 0 0,1 1 0 0 0,0 0-1 0 0,0 0 1 0 0,-1 2-1 0 0,27 3 1 0 0,-27-2-13 0 0,0 1 1 0 0,0 1-1 0 0,0 0 1 0 0,0 0-1 0 0,-1 2 0 0 0,0-1 1 0 0,0 2-1 0 0,-1 0 1 0 0,1 0-1 0 0,-1 1 1 0 0,-1 1-1 0 0,0 0 0 0 0,0 0 1 0 0,12 14-1 0 0,-20-18-45 0 0,1-1 0 0 0,-1 0 1 0 0,0 1-1 0 0,0-1 0 0 0,-1 1 0 0 0,1 0 0 0 0,-1 0 0 0 0,0 0 0 0 0,-1 0 0 0 0,1 0 0 0 0,1 8 1 0 0,11-35-27 0 0,0-3-91 0 0,-1 0 146 0 0,1 2 0 0 0,32-43 1 0 0,-45 64 4 0 0,1 0 0 0 0,-1 1 1 0 0,0 0-1 0 0,1-1 0 0 0,-1 1 1 0 0,1 0-1 0 0,-1 0 0 0 0,1 0 1 0 0,0 0-1 0 0,-1 0 0 0 0,1 0 1 0 0,0 0-1 0 0,0 1 0 0 0,0-1 1 0 0,-1 0-1 0 0,1 1 1 0 0,2-1-1 0 0,-2 2-2 0 0,0-1 0 0 0,0 0 0 0 0,0 1 0 0 0,-1-1 0 0 0,1 1 0 0 0,0-1 0 0 0,0 1 0 0 0,0 0 0 0 0,-1 0 0 0 0,1 0 0 0 0,-1 0 0 0 0,1 0 0 0 0,-1 0 0 0 0,1 0 0 0 0,-1 1 0 0 0,1-1 0 0 0,0 2 0 0 0,15 17 257 0 0,-2 0-1 0 0,-1 2 0 0 0,0-1 1 0 0,11 28-1 0 0,13 20 96 0 0,26 28-612 0 0,-45-70-162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6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 17967 0 0,'-9'118'2023'0'0,"4"-79"-2066"0"0,2 76 1 0 0,3-103 38 0 0,1 0 0 0 0,1 0 0 0 0,0 0 1 0 0,1 0-1 0 0,0 0 0 0 0,1 0 0 0 0,1-1 1 0 0,-1 1-1 0 0,2-1 0 0 0,8 14 0 0 0,-9-18 3 0 0,0-1 0 0 0,1 1 0 0 0,-1-1-1 0 0,1 0 1 0 0,1-1 0 0 0,-1 1 0 0 0,1-1-1 0 0,11 6 1 0 0,4 1 46 0 0,36 13 0 0 0,-39-18 132 0 0,1 2-1 0 0,32 19 0 0 0,-50-28-140 0 0,-1 1 0 0 0,0 0-1 0 0,0 0 1 0 0,0 0 0 0 0,0 0-1 0 0,0 0 1 0 0,0 0 0 0 0,0 0 0 0 0,0 0-1 0 0,0 0 1 0 0,-1 0 0 0 0,1 1-1 0 0,0-1 1 0 0,-1 0 0 0 0,1 1-1 0 0,-1-1 1 0 0,1 0 0 0 0,-1 1 0 0 0,1 2-1 0 0,-1-2 3 0 0,0 0 0 0 0,-1 0 0 0 0,1 0 0 0 0,0 1-1 0 0,-1-1 1 0 0,1 0 0 0 0,-1 0 0 0 0,0 0 0 0 0,0 0 0 0 0,0 0-1 0 0,-2 3 1 0 0,-2 2 49 0 0,0 0 0 0 0,0-1 0 0 0,-1 1 0 0 0,0-2 0 0 0,-11 9 0 0 0,3-3 21 0 0,-1 0 1 0 0,0-1 0 0 0,-1-1-1 0 0,-31 13 1 0 0,35-18-430 0 0,0 0 1 0 0,-1-1 0 0 0,1 0-1 0 0,-1-1 1 0 0,0 0-1 0 0,0-1 1 0 0,-21 0 0 0 0,10-3-6950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7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1 307 9671 0 0,'6'-6'973'0'0,"0"1"-1"0"0,0 1 0 0 0,1-1 1 0 0,-1 1-1 0 0,1 0 0 0 0,10-4 0 0 0,48-16 4176 0 0,-27 11-5295 0 0,203-83 1831 0 0,-6-19-4604 0 0,-197 92-4419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0 14743 0 0,'6'160'5924'0'0,"-51"549"-3785"0"0,42-679-2351 0 0,-16 130-78 0 0,6-54-3369 0 0,9-81-3179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7.9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283 167 17503 0 0,'-4'-10'1181'0'0,"0"-1"-1"0"0,-5-21 0 0 0,-2-7-611 0 0,8 31-526 0 0,-1-1 1 0 0,0 1 0 0 0,0 0 0 0 0,-1 0 0 0 0,-5-7 0 0 0,9 13-73 0 0,0 1 1 0 0,0 0-1 0 0,0-1 1 0 0,-1 1-1 0 0,1 0 1 0 0,0 0-1 0 0,-1 0 1 0 0,1 0-1 0 0,0 0 1 0 0,-1 0-1 0 0,1 0 1 0 0,-1 0-1 0 0,1 1 1 0 0,-1-1-1 0 0,0 1 1 0 0,1-1-1 0 0,-1 1 1 0 0,0-1-1 0 0,1 1 0 0 0,-1 0 1 0 0,0 0-1 0 0,0 0 1 0 0,1 0-1 0 0,-1 0 1 0 0,0 0-1 0 0,1 0 1 0 0,-1 1-1 0 0,0-1 1 0 0,1 1-1 0 0,-1-1 1 0 0,0 1-1 0 0,1 0 1 0 0,-1-1-1 0 0,-1 2 1 0 0,-4 3-420 0 0,0 0 1 0 0,0 1 0 0 0,0 0-1 0 0,1 0 1 0 0,-12 14 0 0 0,-24 38-1721 0 0,41-56 2109 0 0,-5 7-382 0 0,-34 55-671 0 0,35-54 1225 0 0,0-1 1 0 0,1 0-1 0 0,0 1 1 0 0,1 0 0 0 0,-3 11-1 0 0,6-20-81 0 0,-1 1-1 0 0,1-1 0 0 0,0 1 0 0 0,0-1 1 0 0,0 0-1 0 0,0 1 0 0 0,0-1 1 0 0,0 1-1 0 0,0-1 0 0 0,1 1 1 0 0,-1-1-1 0 0,1 2 0 0 0,-1-3-31 0 0,0 1-1 0 0,0-1 1 0 0,1 0-1 0 0,-1 0 1 0 0,0 0-1 0 0,0 1 1 0 0,0-1-1 0 0,1 0 1 0 0,-1 0-1 0 0,0 0 0 0 0,0 0 1 0 0,0 1-1 0 0,1-1 1 0 0,-1 0-1 0 0,0 0 1 0 0,0 0-1 0 0,1 0 1 0 0,-1 0-1 0 0,0 0 1 0 0,0 0-1 0 0,1 0 1 0 0,-1 0-1 0 0,0 0 1 0 0,1 0-1 0 0,9-4-70 0 0,6-10 530 0 0,25-27 1 0 0,-32 31-205 0 0,0 0-1 0 0,1 0 1 0 0,0 1 0 0 0,0 0 0 0 0,1 1 0 0 0,20-12 0 0 0,-29 19-187 0 0,-1 1 0 0 0,0-1 1 0 0,0 1-1 0 0,0 0 1 0 0,1-1-1 0 0,-1 1 1 0 0,0 0-1 0 0,0 0 1 0 0,1 0-1 0 0,-1 0 1 0 0,0 0-1 0 0,0 0 0 0 0,1 0 1 0 0,-1 0-1 0 0,0 1 1 0 0,0-1-1 0 0,0 0 1 0 0,1 1-1 0 0,-1-1 1 0 0,1 1-1 0 0,0 1 54 0 0,1-1-1 0 0,-1 1 0 0 0,0 0 1 0 0,0 0-1 0 0,0 0 1 0 0,0 0-1 0 0,0 0 1 0 0,3 4-1 0 0,0 3 78 0 0,0 0 1 0 0,-1 0-1 0 0,0 0 0 0 0,4 11 0 0 0,4 31 175 0 0,-10-39-504 0 0,1 0 0 0 0,0-1 1 0 0,0 1-1 0 0,1-1 1 0 0,10 18-1 0 0,-10-23-848 0 0,2-3-272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8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98 10135 0 0,'1'-5'410'0'0,"-1"0"0"0"0,1 0-1 0 0,1 0 1 0 0,-1 0-1 0 0,1 1 1 0 0,0-1 0 0 0,0 0-1 0 0,3-4 1 0 0,-4 7-201 0 0,0 1 0 0 0,0-1 0 0 0,0 1 0 0 0,0-1 0 0 0,0 1 0 0 0,0 0 0 0 0,1-1 0 0 0,-1 1 1 0 0,1 0-1 0 0,-1 0 0 0 0,1 0 0 0 0,-1 0 0 0 0,1 0 0 0 0,-1 0 0 0 0,1 0 0 0 0,0 1 0 0 0,0-1 0 0 0,-1 1 0 0 0,1-1 0 0 0,0 1 0 0 0,0 0 1 0 0,0-1-1 0 0,0 1 0 0 0,-1 0 0 0 0,4 0 0 0 0,-3 1-145 0 0,1-1 1 0 0,-1 1-1 0 0,0-1 0 0 0,0 1 1 0 0,0 0-1 0 0,0 0 0 0 0,0 0 0 0 0,0 0 1 0 0,0 0-1 0 0,0 0 0 0 0,0 1 1 0 0,0-1-1 0 0,-1 1 0 0 0,3 2 1 0 0,-1-1-55 0 0,0 1 0 0 0,-1 0 0 0 0,1 0 0 0 0,-1 0 0 0 0,0 0 0 0 0,3 7 0 0 0,-1 4-83 0 0,0 0 1 0 0,-1 0-1 0 0,1 18 1 0 0,-4-33 74 0 0,1 5-62 0 0,4 64-926 0 0,-4-73 730 0 0,0 0 0 0 0,0 1 0 0 0,0-1-1 0 0,1 0 1 0 0,0 0 0 0 0,-1 1 0 0 0,4-5 0 0 0,0-2 209 0 0,6-12 230 0 0,0 1-1 0 0,16-20 0 0 0,-21 32-103 0 0,0 1 0 0 0,1 0 1 0 0,0 1-1 0 0,0 0 0 0 0,1 0 0 0 0,-1 0 0 0 0,14-7 0 0 0,-19 13-13 0 0,-1-1 0 0 0,1 2 0 0 0,0-1 1 0 0,-1 0-1 0 0,1 0 0 0 0,0 1 0 0 0,0-1 0 0 0,0 0 0 0 0,0 1 0 0 0,0 0 0 0 0,0 0 0 0 0,-1-1 0 0 0,1 1 0 0 0,0 0 1 0 0,0 0-1 0 0,0 1 0 0 0,0-1 0 0 0,0 0 0 0 0,0 1 0 0 0,0-1 0 0 0,0 1 0 0 0,2 1 0 0 0,-2-1 13 0 0,1 1 0 0 0,-1 0-1 0 0,0 0 1 0 0,0 0 0 0 0,0 0-1 0 0,0 0 1 0 0,0 0 0 0 0,0 0-1 0 0,0 1 1 0 0,-1-1 0 0 0,1 1-1 0 0,-1-1 1 0 0,0 1 0 0 0,1 3-1 0 0,3 7 66 0 0,-2 0 1 0 0,1 0-1 0 0,1 16 0 0 0,5 24 231 0 0,-10-52-377 0 0,0-1-1 0 0,0 0 1 0 0,0 0-1 0 0,1 1 1 0 0,-1-1-1 0 0,0 0 1 0 0,0 1 0 0 0,0-1-1 0 0,0 0 1 0 0,0 0-1 0 0,0 1 1 0 0,1-1-1 0 0,-1 0 1 0 0,0 0-1 0 0,0 1 1 0 0,0-1 0 0 0,1 0-1 0 0,-1 0 1 0 0,0 1-1 0 0,0-1 1 0 0,0 0-1 0 0,1 0 1 0 0,-1 0-1 0 0,0 0 1 0 0,1 0 0 0 0,-1 1-1 0 0,0-1 1 0 0,0 0-1 0 0,1 0 1 0 0,-1 0-1 0 0,8-6-200 0 0,8-19-237 0 0,-12 19 375 0 0,16-27-60 0 0,-9 13 175 0 0,1 1 0 0 0,1 0 0 0 0,0 1 0 0 0,22-22 1 0 0,-35 39-6 0 0,1 0 1 0 0,0 1-1 0 0,-1-1 1 0 0,1 0-1 0 0,0 1 1 0 0,0-1-1 0 0,-1 0 1 0 0,1 1-1 0 0,0-1 1 0 0,0 1-1 0 0,0-1 1 0 0,0 1-1 0 0,0 0 1 0 0,0-1-1 0 0,0 1 1 0 0,0 0-1 0 0,0 0 1 0 0,0 0-1 0 0,0-1 1 0 0,0 1-1 0 0,0 0 1 0 0,0 0-1 0 0,0 0 1 0 0,0 1-1 0 0,0-1 1 0 0,-1 0-1 0 0,3 1 1 0 0,-2 0-1 0 0,1 0 0 0 0,-1 0 0 0 0,1 1 1 0 0,-1-1-1 0 0,0 1 0 0 0,0-1 0 0 0,0 1 0 0 0,0-1 0 0 0,0 1 1 0 0,0 0-1 0 0,0-1 0 0 0,0 1 0 0 0,0 3 0 0 0,4 12-65 0 0,-1 0 1 0 0,-1 1-1 0 0,0-1 0 0 0,-2 1 0 0 0,0 0 0 0 0,-2 19 0 0 0,1-24-292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8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0 297 7167 0 0,'10'-57'1162'0'0,"22"-80"-1"0"0,-26 118-135 0 0,-2 6 16 0 0,0 0 0 0 0,1 0-1 0 0,0 1 1 0 0,7-13 0 0 0,-12 25-1012 0 0,0 0-1 0 0,0-1 1 0 0,1 1 0 0 0,-1-1 0 0 0,0 1 0 0 0,0-1 0 0 0,0 1 0 0 0,1 0 0 0 0,-1-1 0 0 0,0 1 0 0 0,1 0 0 0 0,-1-1-1 0 0,0 1 1 0 0,1 0 0 0 0,-1-1 0 0 0,0 1 0 0 0,1 0 0 0 0,-1 0 0 0 0,1-1 0 0 0,-1 1 0 0 0,0 0 0 0 0,1 0 0 0 0,-1 0-1 0 0,1-1 1 0 0,-1 1 0 0 0,1 0 0 0 0,-1 0 0 0 0,1 0 0 0 0,-1 0 0 0 0,0 0 0 0 0,1 0 0 0 0,-1 0 0 0 0,1 0 0 0 0,-1 0 0 0 0,1 0-1 0 0,-1 1 1 0 0,1-1 0 0 0,-1 0 0 0 0,1 0 0 0 0,-1 0 0 0 0,0 0 0 0 0,1 1 0 0 0,-1-1 0 0 0,1 0 0 0 0,-1 0 0 0 0,0 1-1 0 0,1-1 1 0 0,-1 0 0 0 0,0 1 0 0 0,1-1 0 0 0,-1 0 0 0 0,0 1 0 0 0,0-1 0 0 0,1 1 0 0 0,-1-1 0 0 0,0 1 0 0 0,2 3 29 0 0,0 0 0 0 0,0-1 0 0 0,0 1 1 0 0,1 8-1 0 0,11 48-38 0 0,-4 1 0 0 0,4 63 0 0 0,-3-15-11 0 0,-1-19 76 0 0,-5-37 213 0 0,2 0 1 0 0,27 102-1 0 0,-34-154-302 0 0,0-1-1 0 0,0 0 1 0 0,0 0-1 0 0,0 0 0 0 0,0 0 1 0 0,0 0-1 0 0,0 0 1 0 0,1 0-1 0 0,-1 0 1 0 0,0 0-1 0 0,0 0 0 0 0,0 0 1 0 0,0 0-1 0 0,0 0 1 0 0,0 1-1 0 0,0-1 1 0 0,0 0-1 0 0,0 0 0 0 0,0 0 1 0 0,1 0-1 0 0,-1 0 1 0 0,0 0-1 0 0,0 0 1 0 0,0 0-1 0 0,0 0 0 0 0,0 0 1 0 0,0 0-1 0 0,0 0 1 0 0,0 0-1 0 0,0 0 1 0 0,1 0-1 0 0,-1 0 0 0 0,0 0 1 0 0,0 0-1 0 0,0-1 1 0 0,0 1-1 0 0,0 0 1 0 0,0 0-1 0 0,0 0 0 0 0,0 0 1 0 0,0 0-1 0 0,0 0 1 0 0,0 0-1 0 0,1 0 1 0 0,-1 0-1 0 0,0 0 1 0 0,0 0-1 0 0,0 0 0 0 0,6-7-159 0 0,5-8-140 0 0,6-10-275 0 0,1 1-1 0 0,36-38 1 0 0,-45 53 389 0 0,-1 1-1 0 0,2 1 0 0 0,-1-1 1 0 0,1 2-1 0 0,0-1 1 0 0,0 1-1 0 0,1 1 0 0 0,0 0 1 0 0,22-7-1 0 0,-28 11 266 0 0,0 0-1 0 0,0 0 1 0 0,0 1-1 0 0,1-1 0 0 0,-1 1 1 0 0,0 1-1 0 0,0-1 1 0 0,0 1-1 0 0,6 1 0 0 0,-10-2 11 0 0,0 0 0 0 0,1 1-1 0 0,-1-1 1 0 0,0 0-1 0 0,0 1 1 0 0,0-1 0 0 0,0 1-1 0 0,0-1 1 0 0,0 1 0 0 0,0 0-1 0 0,0-1 1 0 0,0 1-1 0 0,0 0 1 0 0,0 0 0 0 0,0 0-1 0 0,-1 0 1 0 0,1 0-1 0 0,0 0 1 0 0,0 0 0 0 0,-1 0-1 0 0,1 0 1 0 0,-1 0-1 0 0,1 0 1 0 0,-1 0 0 0 0,1 0-1 0 0,-1 0 1 0 0,0 0 0 0 0,0 1-1 0 0,0-1 1 0 0,1 0-1 0 0,-1 0 1 0 0,0 0 0 0 0,0 1-1 0 0,0-1 1 0 0,-1 0-1 0 0,1 0 1 0 0,0 0 0 0 0,0 1-1 0 0,-1-1 1 0 0,1 0-1 0 0,-1 0 1 0 0,1 0 0 0 0,-1 0-1 0 0,0 2 1 0 0,-2 3 76 0 0,-1 0-1 0 0,0 0 1 0 0,0-1 0 0 0,-1 1 0 0 0,0-1-1 0 0,0 0 1 0 0,0 0 0 0 0,0 0-1 0 0,-1-1 1 0 0,1 0 0 0 0,-8 4 0 0 0,-12 7 215 0 0,-35 14 1 0 0,47-23-301 0 0,-111 44-1051 0 0,103-44-16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9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7367 0 0,'0'12'387'0'0,"0"-5"1997"0"0,0 0 0 0 0,0-1 0 0 0,1 1 0 0 0,1 7 0 0 0,3 9-1306 0 0,1 7-828 0 0,1-1 0 0 0,22 56 0 0 0,-28-82-410 0 0,1 0 0 0 0,-1-1 1 0 0,1 1-1 0 0,-1-1 0 0 0,1 1 1 0 0,0-1-1 0 0,0 1 0 0 0,0-1 1 0 0,0 0-1 0 0,0 0 0 0 0,0 0 1 0 0,4 2-1 0 0,-5-4 40 0 0,0 1 1 0 0,0-1-1 0 0,1 1 0 0 0,-1-1 1 0 0,0 0-1 0 0,0 0 0 0 0,1 0 1 0 0,-1 0-1 0 0,0 0 0 0 0,0 0 1 0 0,0 0-1 0 0,1 0 0 0 0,-1 0 1 0 0,0 0-1 0 0,0-1 0 0 0,1 1 1 0 0,-1 0-1 0 0,0-1 0 0 0,0 1 1 0 0,0-1-1 0 0,0 0 0 0 0,0 1 1 0 0,0-1-1 0 0,0 0 0 0 0,0 0 1 0 0,0 1-1 0 0,0-1 0 0 0,0 0 1 0 0,0 0-1 0 0,-1 0 0 0 0,2-2 1 0 0,12-14-166 0 0,-2 0 0 0 0,0-1 0 0 0,14-31 1 0 0,22-61-335 0 0,-24 49-94 0 0,-22 57 978 0 0,6-15 253 0 0,-7 18-322 0 0,-1 0 1 0 0,0 1-1 0 0,1-1 0 0 0,-1 0 0 0 0,1 0 1 0 0,-1 1-1 0 0,1-1 0 0 0,11 1 5316 0 0,-8 17-4916 0 0,-3-13-185 0 0,10 56 615 0 0,-10-46-1028 0 0,1 1 0 0 0,1-1 0 0 0,0 1 1 0 0,1-1-1 0 0,1 0 0 0 0,9 20 0 0 0,-13-32-73 0 0,-1-1 0 0 0,1 0 0 0 0,-1 0 0 0 0,1-1 0 0 0,-1 1 0 0 0,1 0 1 0 0,0 0-1 0 0,0 0 0 0 0,0 0 0 0 0,-1 0 0 0 0,1-1 0 0 0,0 1 0 0 0,0 0 0 0 0,0-1 0 0 0,0 1 0 0 0,0-1 0 0 0,0 1 0 0 0,0-1 0 0 0,0 1 0 0 0,0-1 0 0 0,0 0 0 0 0,1 1 1 0 0,-1-1-1 0 0,0 0 0 0 0,0 0 0 0 0,0 0 0 0 0,0 0 0 0 0,2 0 0 0 0,6-3-1396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29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6911 0 0,'8'-2'4654'0'0,"-8"2"-4541"0"0,8 12 2744 0 0,0 16-97 0 0,-4-6-885 0 0,2 36 0 0 0,-8 66-855 0 0,0-67-550 0 0,1 70-821 0 0,30 237 1 0 0,-23-324-645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0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325 294 13359 0 0,'5'-8'322'0'0,"-1"0"0"0"0,0 0 0 0 0,0-1 0 0 0,-1 0-1 0 0,0 0 1 0 0,-1 0 0 0 0,0 0 0 0 0,0 0 0 0 0,-1 0 0 0 0,0-1-1 0 0,-1-17 1 0 0,0 16-6 0 0,-1 0 0 0 0,-1 0 0 0 0,0 0 0 0 0,0 0 1 0 0,-1 0-1 0 0,0 1 0 0 0,-1-1 0 0 0,0 1 0 0 0,-10-17 0 0 0,12 24-291 0 0,0-1-1 0 0,0 1 1 0 0,-1 0 0 0 0,1 0-1 0 0,-1 0 1 0 0,0 1 0 0 0,0-1 0 0 0,0 1-1 0 0,0-1 1 0 0,0 1 0 0 0,0 0-1 0 0,-1 0 1 0 0,1 0 0 0 0,-1 1-1 0 0,1-1 1 0 0,-1 1 0 0 0,0 0 0 0 0,1 0-1 0 0,-1 0 1 0 0,-6 0 0 0 0,4 1-128 0 0,-1 0 1 0 0,1 1-1 0 0,-1-1 0 0 0,1 1 1 0 0,-1 1-1 0 0,1 0 1 0 0,0-1-1 0 0,-1 2 1 0 0,1-1-1 0 0,0 1 0 0 0,-7 4 1 0 0,1 1-156 0 0,0 0 1 0 0,1 0-1 0 0,0 1 1 0 0,0 1-1 0 0,1-1 1 0 0,-16 20-1 0 0,14-12 169 0 0,0 0 0 0 0,1 0 0 0 0,1 1 0 0 0,-8 20 0 0 0,16-33 176 0 0,0 0 0 0 0,0 0 0 0 0,1 0 1 0 0,0 1-1 0 0,0-1 0 0 0,0 1 0 0 0,0-1 0 0 0,1 10 1 0 0,0-13-68 0 0,0-1 0 0 0,0 0 0 0 0,1 0 0 0 0,-1 1 0 0 0,0-1 0 0 0,0 0 0 0 0,1 0 0 0 0,-1 1 0 0 0,1-1 0 0 0,-1 0 0 0 0,1 0 0 0 0,0 0 0 0 0,-1 0 0 0 0,1 0 0 0 0,0 0 0 0 0,0 0 0 0 0,0 0 0 0 0,0 0 0 0 0,0 0 0 0 0,0 0 0 0 0,0-1 0 0 0,0 1 0 0 0,0 0 0 0 0,0-1 0 0 0,0 1 0 0 0,0-1 0 0 0,1 1 0 0 0,-1-1 0 0 0,0 1 0 0 0,0-1 0 0 0,1 0 0 0 0,-1 0 0 0 0,0 1 0 0 0,0-1 0 0 0,1 0 0 0 0,-1 0 0 0 0,0 0 0 0 0,1-1 0 0 0,-1 1 0 0 0,0 0 0 0 0,3-1 0 0 0,12-3-216 0 0,1-1 0 0 0,-1 0-1 0 0,0-1 1 0 0,23-12 0 0 0,27-11-205 0 0,-58 26 490 0 0,0 1 0 0 0,0 0 0 0 0,1 0 1 0 0,-1 1-1 0 0,0 0 0 0 0,12 0 0 0 0,-15 1 70 0 0,-1 1 0 0 0,0-1 0 0 0,0 1 0 0 0,0 0 0 0 0,0 0 1 0 0,0 0-1 0 0,0 0 0 0 0,0 1 0 0 0,0 0 0 0 0,0 0 0 0 0,0 0 1 0 0,-1 0-1 0 0,7 5 0 0 0,-6-3 19 0 0,0 1 0 0 0,0-1-1 0 0,0 1 1 0 0,0 0 0 0 0,-1-1 0 0 0,0 2 0 0 0,0-1-1 0 0,4 10 1 0 0,-1 4-242 0 0,0 0 0 0 0,-2 0 1 0 0,0 1-1 0 0,2 33 0 0 0,-5-46-1696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0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10591 0 0,'1'-1'137'0'0,"1"1"-1"0"0,-1-1 1 0 0,0 1-1 0 0,0-1 1 0 0,1 1-1 0 0,-1 0 1 0 0,0-1-1 0 0,1 1 1 0 0,-1 0-1 0 0,0 0 1 0 0,1 0-1 0 0,-1 0 1 0 0,0 0-1 0 0,1 0 1 0 0,-1 1-1 0 0,0-1 1 0 0,1 0-1 0 0,-1 1 1 0 0,0-1-1 0 0,0 1 1 0 0,0-1-1 0 0,1 1 1 0 0,-1 0-1 0 0,0-1 1 0 0,0 1-1 0 0,0 0 1 0 0,0 0-1 0 0,0 0 0 0 0,0 0 1 0 0,1 1-1 0 0,3 4 860 0 0,1 0-1 0 0,-1 0 0 0 0,7 13 1 0 0,-9-14-1198 0 0,15 28 1174 0 0,-2 0-1 0 0,18 50 1 0 0,-17-39-910 0 0,-16-42-60 0 0,0 1 1 0 0,0 1-1 0 0,0-1 1 0 0,0 0-1 0 0,1 0 0 0 0,-1 0 1 0 0,1 0-1 0 0,0-1 0 0 0,0 1 1 0 0,0 0-1 0 0,0-1 0 0 0,5 5 1 0 0,-6-7-15 0 0,-1 0-1 0 0,1 0 1 0 0,-1 0 0 0 0,1 0 0 0 0,-1 0 0 0 0,1 0 0 0 0,0-1-1 0 0,-1 1 1 0 0,1 0 0 0 0,-1 0 0 0 0,1 0 0 0 0,-1-1 0 0 0,0 1-1 0 0,1 0 1 0 0,-1 0 0 0 0,1-1 0 0 0,-1 1 0 0 0,1 0-1 0 0,-1-1 1 0 0,0 1 0 0 0,1-1 0 0 0,-1 1 0 0 0,0 0 0 0 0,1-2-1 0 0,8-10-101 0 0,11-22-323 0 0,26-68-1 0 0,-35 74 540 0 0,1 0 0 0 0,2 0 0 0 0,1 1 0 0 0,23-31 0 0 0,-37 55 39 0 0,1 1 0 0 0,0 0 0 0 0,0 0 0 0 0,1 0 1 0 0,-1 0-1 0 0,0 0 0 0 0,1 0 0 0 0,-1 0 0 0 0,1 1 0 0 0,4-3 0 0 0,-6 4-110 0 0,0 0-1 0 0,0-1 0 0 0,0 1 0 0 0,0 0 1 0 0,0 0-1 0 0,0 0 0 0 0,0 0 0 0 0,0 0 1 0 0,0 0-1 0 0,1 0 0 0 0,-1 1 0 0 0,0-1 1 0 0,0 0-1 0 0,0 1 0 0 0,0-1 1 0 0,0 0-1 0 0,0 1 0 0 0,-1-1 0 0 0,1 1 1 0 0,0 0-1 0 0,0-1 0 0 0,0 1 0 0 0,0 0 1 0 0,-1-1-1 0 0,1 1 0 0 0,0 0 0 0 0,0 0 1 0 0,-1 0-1 0 0,1 0 0 0 0,-1-1 0 0 0,1 1 1 0 0,-1 0-1 0 0,1 2 0 0 0,7 14 181 0 0,0 1 1 0 0,-2 0-1 0 0,8 28 0 0 0,0 6-1420 0 0,-10-40-901 0 0,1 0 0 0 0,7 12 0 0 0,-2-7-5084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0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202 135 10591 0 0,'0'-4'1242'0'0,"0"-1"0"0"0,-1 1 0 0 0,0-1-1 0 0,0 1 1 0 0,-1-5 0 0 0,1 5-815 0 0,0 1-1 0 0,-1-1 1 0 0,0 1 0 0 0,1 0-1 0 0,-1 0 1 0 0,-3-5 0 0 0,3 7-462 0 0,1-1 1 0 0,0 1-1 0 0,-1-1 1 0 0,1 1-1 0 0,-1-1 1 0 0,0 1-1 0 0,1 0 1 0 0,-1 0-1 0 0,0 0 0 0 0,0 0 1 0 0,0 0-1 0 0,0 0 1 0 0,0 0-1 0 0,0 1 1 0 0,0-1-1 0 0,0 1 1 0 0,0-1-1 0 0,0 1 1 0 0,0 0-1 0 0,0 0 1 0 0,0 0-1 0 0,-1 0 1 0 0,1 0-1 0 0,0 0 0 0 0,0 1 1 0 0,0-1-1 0 0,-2 1 1 0 0,-3 2-492 0 0,0 0-1 0 0,0 0 1 0 0,1 1 0 0 0,-1 0-1 0 0,1 0 1 0 0,0 0 0 0 0,0 1-1 0 0,1 0 1 0 0,0 0 0 0 0,-1 1-1 0 0,2-1 1 0 0,-9 12 0 0 0,7-8-53 0 0,1 0 0 0 0,-1 0 0 0 0,2 1 0 0 0,-1 0 0 0 0,2 0 1 0 0,-1 0-1 0 0,1 0 0 0 0,-2 15 0 0 0,4-21 501 0 0,1 1 1 0 0,-1-1-1 0 0,1 1 1 0 0,1 0-1 0 0,-1-1 0 0 0,1 1 1 0 0,-1-1-1 0 0,1 1 0 0 0,0-1 1 0 0,1 1-1 0 0,-1-1 0 0 0,1 0 1 0 0,0 1-1 0 0,0-1 1 0 0,0 0-1 0 0,1 0 0 0 0,0-1 1 0 0,-1 1-1 0 0,7 6 0 0 0,-4-5 126 0 0,1-1 0 0 0,0 1 0 0 0,0-1 0 0 0,0 0 0 0 0,0-1 0 0 0,1 1 0 0 0,-1-1 0 0 0,1 0 0 0 0,0-1 0 0 0,0 0 0 0 0,14 3 0 0 0,-9-4 672 0 0,1 0 0 0 0,-1-1 0 0 0,1 0-1 0 0,-1-1 1 0 0,0 0 0 0 0,1-1 0 0 0,-1 0 0 0 0,0-1 0 0 0,17-6 0 0 0,11-7 2231 0 0,51-27 1 0 0,-87 40-2978 0 0,17-8-41 0 0,-1-1 1 0 0,0-1 0 0 0,26-22 0 0 0,-37 27-96 0 0,1-1-1 0 0,-2 0 1 0 0,1 0-1 0 0,-1-1 1 0 0,-1 0-1 0 0,1-1 1 0 0,-2 0-1 0 0,6-11 1 0 0,-10 17 68 0 0,-1 1 0 0 0,0 0 0 0 0,0 0 0 0 0,0-1 0 0 0,0 1-1 0 0,-1-1 1 0 0,0 1 0 0 0,0-1 0 0 0,0 1 0 0 0,0-1 0 0 0,-1 1 0 0 0,0 0 0 0 0,1-1 0 0 0,-2 1 0 0 0,1 0 0 0 0,0 0 0 0 0,-4-7 0 0 0,4 9 71 0 0,0-1 1 0 0,-1 2 0 0 0,1-1-1 0 0,0 0 1 0 0,-1 0 0 0 0,1 0 0 0 0,-1 0-1 0 0,1 1 1 0 0,-1-1 0 0 0,0 1-1 0 0,0 0 1 0 0,0-1 0 0 0,0 1-1 0 0,0 0 1 0 0,0 0 0 0 0,0 0 0 0 0,0 0-1 0 0,0 0 1 0 0,0 1 0 0 0,0-1-1 0 0,-1 1 1 0 0,1-1 0 0 0,0 1 0 0 0,-1 0-1 0 0,1 0 1 0 0,0 0 0 0 0,0 0-1 0 0,-1 0 1 0 0,1 0 0 0 0,0 1-1 0 0,0-1 1 0 0,-1 1 0 0 0,1 0 0 0 0,0-1-1 0 0,-3 3 1 0 0,1-1 36 0 0,0 0-1 0 0,-1 0 1 0 0,1 1 0 0 0,0 0 0 0 0,1 0-1 0 0,-1 0 1 0 0,0 0 0 0 0,1 0-1 0 0,0 1 1 0 0,0 0 0 0 0,-5 6 0 0 0,4-3 173 0 0,1-1 1 0 0,-1 1 0 0 0,1 0 0 0 0,1 0 0 0 0,-1 0 0 0 0,1 1 0 0 0,-1 7-1 0 0,2-5 81 0 0,-1-1 0 0 0,2 1 0 0 0,0 0-1 0 0,0 0 1 0 0,0-1 0 0 0,1 1 0 0 0,1 0-1 0 0,0-1 1 0 0,0 1 0 0 0,0-1-1 0 0,2 0 1 0 0,3 9 0 0 0,-2-10-140 0 0,-1 0 1 0 0,2-1-1 0 0,-1 0 0 0 0,1 0 1 0 0,0 0-1 0 0,1-1 1 0 0,-1 0-1 0 0,1 0 0 0 0,0-1 1 0 0,1 0-1 0 0,9 5 1 0 0,-1-1-44 0 0,0-2 1 0 0,0 0 0 0 0,1-1-1 0 0,30 7 1 0 0,-31-10-191 0 0,0-1 0 0 0,0-1 0 0 0,0 0 0 0 0,0-1 1 0 0,0-1-1 0 0,0 0 0 0 0,0-1 0 0 0,-1-1 0 0 0,1-1 0 0 0,-1 0 0 0 0,1-1 0 0 0,22-10 0 0 0,-4-4-343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2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0 675 14279 0 0,'1'-2'339'0'0,"-1"0"-1"0"0,0-1 0 0 0,1 1 0 0 0,-1 0 1 0 0,1 0-1 0 0,0 0 0 0 0,-1 0 0 0 0,1 0 1 0 0,0 0-1 0 0,0 0 0 0 0,1 1 0 0 0,-1-1 1 0 0,0 0-1 0 0,3-2 0 0 0,27-23 2590 0 0,-19 17-2978 0 0,47-36 400 0 0,3 2 0 0 0,73-39 1 0 0,142-60-610 0 0,-13 31 196 0 0,-213 93 49 0 0,58-35-106 0 0,-47 21-158 0 0,52-29-1364 0 0,-96 52 647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2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18431 0 0,'0'0'126'0'0,"1"0"-1"0"0,0 0 1 0 0,-1 0-1 0 0,1 0 1 0 0,0 0-1 0 0,0-1 1 0 0,-1 1-1 0 0,1 1 1 0 0,0-1-1 0 0,-1 0 1 0 0,1 0-1 0 0,0 0 1 0 0,-1 0-1 0 0,1 0 1 0 0,0 1-1 0 0,-1-1 1 0 0,1 0-1 0 0,0 0 1 0 0,-1 1-1 0 0,1-1 1 0 0,0 1-1 0 0,-1-1 1 0 0,1 1-1 0 0,26 14 499 0 0,-18-10-345 0 0,575 311 602 0 0,-227-147-605 0 0,-277-139-886 0 0,-45-19-5456 0 0,-11-4-1162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3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42 14743 0 0,'5'-2'506'0'0,"-1"0"-1"0"0,0-1 1 0 0,1 0-1 0 0,-1 1 1 0 0,0-2-1 0 0,-1 1 0 0 0,1 0 1 0 0,-1-1-1 0 0,1 1 1 0 0,0-9 3892 0 0,-5 12-4342 0 0,-1 7-55 0 0,0 0-1 0 0,-1 1 0 0 0,0-1 0 0 0,0 0 0 0 0,-6 8 0 0 0,-26 38-182 0 0,13-20 38 0 0,-140 175-651 0 0,99-132 438 0 0,57-69 271 0 0,-19 26-97 0 0,24-31 170 0 0,0 0 1 0 0,0 0-1 0 0,0 0 1 0 0,0 0-1 0 0,0 0 0 0 0,0 0 1 0 0,0 0-1 0 0,1 0 0 0 0,-1 0 1 0 0,1 0-1 0 0,0 1 0 0 0,-1-1 1 0 0,1 0-1 0 0,1 5 1 0 0,-1-6 12 0 0,1 0 1 0 0,-1 1 0 0 0,1-1-1 0 0,0 0 1 0 0,0 0 0 0 0,0 1-1 0 0,0-1 1 0 0,0 0 0 0 0,0 0-1 0 0,0 0 1 0 0,0 0 0 0 0,0 0-1 0 0,1 0 1 0 0,-1 0 0 0 0,0-1-1 0 0,1 1 1 0 0,-1 0 0 0 0,0-1 0 0 0,1 1-1 0 0,-1-1 1 0 0,1 1 0 0 0,2-1-1 0 0,5 2 76 0 0,1 0 0 0 0,12 0 0 0 0,-17-2-69 0 0,197 0 558 0 0,0-17-509 0 0,-181 14-76 0 0,-5 2-153 0 0,19-2-909 0 0,1-2 0 0 0,39-10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3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1 13823 0 0,'-5'3'954'0'0,"3"-2"-754"0"0,1 0 0 0 0,-1 0-1 0 0,1 0 1 0 0,0 0 0 0 0,-1 0-1 0 0,1 0 1 0 0,0 1-1 0 0,0-1 1 0 0,0 0 0 0 0,0 0-1 0 0,0 1 1 0 0,-1 1 0 0 0,-9 20 773 0 0,0 0 0 0 0,2 1 0 0 0,0 0 0 0 0,-9 46 0 0 0,-7 104-395 0 0,5 103-2740 0 0,21-251-5277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4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 4 20735 0 0,'3'-1'210'0'0,"1"0"0"0"0,-1 1 0 0 0,1-1 0 0 0,-1 1 0 0 0,1-1 0 0 0,-1 1 0 0 0,1 0 0 0 0,-1 0 0 0 0,1 1 0 0 0,-1-1 0 0 0,6 2 0 0 0,0 0-151 0 0,0 1 0 0 0,0-1 0 0 0,0 1 0 0 0,-1 1 1 0 0,0 0-1 0 0,9 5 0 0 0,-15-8-70 0 0,-1 0 1 0 0,1 0 0 0 0,0 0-1 0 0,-1 1 1 0 0,1-1 0 0 0,-1 0-1 0 0,1 1 1 0 0,-1 0-1 0 0,0-1 1 0 0,0 1 0 0 0,0 0-1 0 0,0-1 1 0 0,0 1 0 0 0,0 0-1 0 0,0 0 1 0 0,0 0 0 0 0,-1 0-1 0 0,1 0 1 0 0,-1 0-1 0 0,1 0 1 0 0,-1 0 0 0 0,0 0-1 0 0,0 0 1 0 0,0 0 0 0 0,0 0-1 0 0,0 0 1 0 0,0 0 0 0 0,-1 0-1 0 0,1 0 1 0 0,0 0 0 0 0,-1 0-1 0 0,0 0 1 0 0,-1 3-1 0 0,-2 3-166 0 0,0-1-1 0 0,-1 1 0 0 0,0-1 0 0 0,0 0 0 0 0,-1 0 1 0 0,0-1-1 0 0,0 0 0 0 0,-14 11 0 0 0,-6 2-686 0 0,-31 17 0 0 0,17-11 63 0 0,28-18 527 0 0,-43 31-841 0 0,49-33 911 0 0,-1 1-1 0 0,2-1 0 0 0,-1 1 0 0 0,1 0 0 0 0,0 0 0 0 0,-5 7 1 0 0,10-12 176 0 0,-1-1 1 0 0,1 1-1 0 0,0-1 1 0 0,0 1-1 0 0,0-1 1 0 0,-1 1 0 0 0,1-1-1 0 0,0 1 1 0 0,0-1-1 0 0,0 1 1 0 0,0-1-1 0 0,0 1 1 0 0,0-1-1 0 0,0 1 1 0 0,0-1 0 0 0,0 1-1 0 0,0 0 1 0 0,0-1-1 0 0,0 1 1 0 0,0-1-1 0 0,0 1 1 0 0,1-1 0 0 0,-1 1-1 0 0,0-1 1 0 0,0 1-1 0 0,1 0 1 0 0,0 0 45 0 0,0 0 0 0 0,1 0 0 0 0,-1 0 0 0 0,0 0 0 0 0,0 0 0 0 0,1 0 0 0 0,-1 0 0 0 0,1 0 0 0 0,1 1 0 0 0,5 1 357 0 0,0 0 1 0 0,15 3-1 0 0,-19-5-303 0 0,93 18 1696 0 0,26 7-892 0 0,-108-22-749 0 0,-1 1 0 0 0,-1 0 0 0 0,1 1 0 0 0,-1 1 0 0 0,0 0 0 0 0,16 11 0 0 0,-27-16-19 0 0,1-1 0 0 0,-1 1 0 0 0,0 0 0 0 0,0 0 0 0 0,0 0 0 0 0,0 0 0 0 0,0 0 0 0 0,-1 0 0 0 0,1 1 0 0 0,-1-1 0 0 0,1 0 0 0 0,-1 1 0 0 0,0-1 0 0 0,1 5 0 0 0,-1-5-59 0 0,-1 0 0 0 0,0 0 0 0 0,0 0 0 0 0,0 0 0 0 0,-1 0 0 0 0,1 0-1 0 0,0 0 1 0 0,-1 1 0 0 0,0-1 0 0 0,1 0 0 0 0,-1 0 0 0 0,0 0-1 0 0,0-1 1 0 0,0 1 0 0 0,0 0 0 0 0,0 0 0 0 0,0 0 0 0 0,-1-1 0 0 0,-1 3-1 0 0,-3 3 9 0 0,-1 0-1 0 0,0-1 0 0 0,-1 1 0 0 0,1-1 1 0 0,-1-1-1 0 0,-1 1 0 0 0,-12 5 1 0 0,-67 25 80 0 0,63-27-105 0 0,-142 47-1885 0 0,123-39-5999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4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384 304 12895 0 0,'2'-6'1297'0'0,"-1"0"0"0"0,0 1 0 0 0,0-1 0 0 0,0 0 0 0 0,-1-8 0 0 0,0 4-832 0 0,-1-1-1 0 0,0 1 1 0 0,-1-1 0 0 0,-4-11-1 0 0,2 9-352 0 0,-2 0-1 0 0,0 1 0 0 0,0 0 0 0 0,-1 0 0 0 0,0 1 0 0 0,-1 0 0 0 0,-1 0 0 0 0,0 1 0 0 0,0 0 0 0 0,-1 1 0 0 0,0 0 0 0 0,0 0 0 0 0,-1 1 0 0 0,-1 0 0 0 0,1 1 0 0 0,-1 0 0 0 0,-20-8 0 0 0,24 13-170 0 0,0 0-1 0 0,0 0 1 0 0,-1 1-1 0 0,1 0 1 0 0,0 0-1 0 0,0 1 1 0 0,-1 0-1 0 0,1 0 1 0 0,0 1-1 0 0,-1 0 1 0 0,-14 5-1 0 0,18-5 25 0 0,1 0 0 0 0,-1 1 0 0 0,0 0 0 0 0,0 0 0 0 0,1 0 0 0 0,-1 1 0 0 0,1 0 0 0 0,-1 0 0 0 0,1 0 0 0 0,0 0 0 0 0,1 0 0 0 0,-1 1 0 0 0,0 0 0 0 0,1-1 0 0 0,0 1 0 0 0,0 1 0 0 0,0-1 0 0 0,0 0 0 0 0,1 1 0 0 0,-3 6 0 0 0,4-6 21 0 0,0-1 1 0 0,0 1-1 0 0,1 0 0 0 0,-1 0 1 0 0,1 0-1 0 0,1 0 1 0 0,-1 0-1 0 0,0 0 0 0 0,1 0 1 0 0,0 0-1 0 0,0 0 1 0 0,1-1-1 0 0,0 1 0 0 0,-1 0 1 0 0,1-1-1 0 0,1 0 1 0 0,-1 1-1 0 0,4 4 0 0 0,5 7-45 0 0,1-1 0 0 0,0 0 0 0 0,18 17 0 0 0,106 91-155 0 0,-75-71 40 0 0,55 62-1 0 0,-109-107 162 0 0,-1 1 0 0 0,1 0-1 0 0,-1 0 1 0 0,-1 1 0 0 0,1 0-1 0 0,4 11 1 0 0,-9-17-1 0 0,0-1-1 0 0,-1 0 1 0 0,1 0-1 0 0,-1 0 1 0 0,1 1 0 0 0,-1-1-1 0 0,0 0 1 0 0,1 1 0 0 0,-1-1-1 0 0,-1 0 1 0 0,1 0 0 0 0,0 1-1 0 0,0-1 1 0 0,-1 0 0 0 0,0 0-1 0 0,1 1 1 0 0,-1-1 0 0 0,0 0-1 0 0,0 0 1 0 0,0 0 0 0 0,0 0-1 0 0,0 0 1 0 0,-1 0 0 0 0,1 0-1 0 0,0-1 1 0 0,-1 1 0 0 0,0 0-1 0 0,1-1 1 0 0,-1 1 0 0 0,0-1-1 0 0,0 1 1 0 0,0-1 0 0 0,-3 2-1 0 0,-1 0-3 0 0,1-1-1 0 0,-1 1 1 0 0,0-1-1 0 0,0 0 1 0 0,0-1-1 0 0,-1 1 1 0 0,-11 0-1 0 0,-46-1-1 0 0,55-1 28 0 0,-17-1 135 0 0,1 0-1 0 0,-41-9 0 0 0,56 7-27 0 0,0 1 0 0 0,0-1-1 0 0,0-1 1 0 0,1 1 0 0 0,-1-2 0 0 0,1 1 0 0 0,0-1-1 0 0,1-1 1 0 0,-12-9 0 0 0,17 13-54 0 0,1 0-1 0 0,0 0 1 0 0,0 0 0 0 0,0-1 0 0 0,0 1-1 0 0,1-1 1 0 0,-1 1 0 0 0,1-1-1 0 0,-1 0 1 0 0,1 1 0 0 0,0-1 0 0 0,0 0-1 0 0,0 0 1 0 0,0 0 0 0 0,0-5 0 0 0,1 3-2 0 0,0 1 1 0 0,0-1 0 0 0,1 1 0 0 0,-1-1-1 0 0,1 1 1 0 0,0-1 0 0 0,0 1-1 0 0,1-1 1 0 0,2-5 0 0 0,5-6-4 0 0,0 0 1 0 0,1 1-1 0 0,1 0 1 0 0,15-16-1 0 0,-21 24-81 0 0,153-160-1175 0 0,-105 113-771 0 0,-3 3-5971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8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95 174 14743 0 0,'-14'-1'1559'0'0,"-1"1"0"0"0,0-2 0 0 0,1 0 0 0 0,-15-4 0 0 0,28 6-1554 0 0,1 0 0 0 0,0 0 1 0 0,0 0-1 0 0,-1 0 0 0 0,1 0 0 0 0,0 0 1 0 0,-1 0-1 0 0,1 0 0 0 0,0 0 0 0 0,0 0 1 0 0,-1 0-1 0 0,1 0 0 0 0,0 0 1 0 0,0 0-1 0 0,-1 0 0 0 0,1 0 0 0 0,0-1 1 0 0,0 1-1 0 0,0 0 0 0 0,-1 0 0 0 0,1 0 1 0 0,0-1-1 0 0,0 1 0 0 0,0 0 0 0 0,-1 0 1 0 0,1 0-1 0 0,0-1 0 0 0,0 1 1 0 0,0 0-1 0 0,0 0 0 0 0,0-1 0 0 0,0 1 1 0 0,-1 0-1 0 0,1 0 0 0 0,0-1 0 0 0,0 1 1 0 0,0 0-1 0 0,0-1 0 0 0,11-5 228 0 0,19 0 38 0 0,2 5-328 0 0,1 2 0 0 0,37 5 0 0 0,65 16-160 0 0,-118-19 209 0 0,-7-1-26 0 0,-1-1-1 0 0,1 2 1 0 0,-1-1-1 0 0,0 1 1 0 0,0 1-1 0 0,0-1 1 0 0,15 10-1 0 0,-22-11-15 0 0,-1-1 1 0 0,1 1-1 0 0,-1-1 0 0 0,0 1 0 0 0,1-1 1 0 0,-1 1-1 0 0,0 0 0 0 0,0 0 1 0 0,0 0-1 0 0,-1-1 0 0 0,1 1 0 0 0,0 0 1 0 0,-1 0-1 0 0,1 0 0 0 0,-1 0 0 0 0,0 0 1 0 0,1 0-1 0 0,-1 0 0 0 0,0 1 1 0 0,0-1-1 0 0,0 0 0 0 0,-1 0 0 0 0,1 0 1 0 0,-1 3-1 0 0,-2 4-263 0 0,1 0 0 0 0,-2 0 0 0 0,1 0 0 0 0,-5 8 0 0 0,-84 136-1288 0 0,12-22 2708 0 0,64-96 214 0 0,15-33-1231 0 0,0-1 0 0 0,1 1 0 0 0,-1-1 0 0 0,1 1 0 0 0,0 0 0 0 0,-1-1 0 0 0,1 1 0 0 0,0-1 1 0 0,0 1-1 0 0,0 0 0 0 0,0-1 0 0 0,0 1 0 0 0,1 0 0 0 0,-1-1 0 0 0,0 1 0 0 0,1 0 0 0 0,-1-1 1 0 0,1 1-1 0 0,0-1 0 0 0,0 3 0 0 0,1-3-69 0 0,-1-1 1 0 0,0 1 0 0 0,0 0-1 0 0,1 0 1 0 0,-1 0-1 0 0,1-1 1 0 0,-1 1-1 0 0,1-1 1 0 0,-1 1-1 0 0,1-1 1 0 0,-1 1 0 0 0,1-1-1 0 0,-1 0 1 0 0,1 0-1 0 0,0 0 1 0 0,-1 0-1 0 0,1 0 1 0 0,1 0 0 0 0,28-6-78 0 0,-13 0-89 0 0,-1-1-1 0 0,0 0 0 0 0,0-1 0 0 0,0-1 0 0 0,15-11 0 0 0,73-60-1151 0 0,-99 75 1214 0 0,22-18-927 0 0,0-2 0 0 0,-1-1 0 0 0,-2-1 0 0 0,25-35 0 0 0,-30 34-1462 0 0,-1 0 0 0 0,-1-2-1 0 0,16-39 1 0 0,-27 53 1676 0 0,-2-1 1 0 0,0 1-1 0 0,-1-1 0 0 0,3-20 1 0 0,-6 23 1561 0 0,0-1 1 0 0,-4-60 16066 0 0,4 87-15365 0 0,1 13-1357 0 0,1 0 1 0 0,2 0-1 0 0,0 0 0 0 0,1-1 1 0 0,2 1-1 0 0,0-1 1 0 0,2-1-1 0 0,1 0 0 0 0,0 0 1 0 0,28 40-1 0 0,-11-28-141 0 0,0-2-1 0 0,2 0 1 0 0,2-2 0 0 0,44 35-1 0 0,-68-60 32 0 0,15 12-96 0 0,0 0-1 0 0,37 40 1 0 0,-59-58 124 0 0,0 1-1 0 0,-1 0 1 0 0,1 0 0 0 0,0 0 0 0 0,0 0-1 0 0,0 0 1 0 0,-1 1 0 0 0,1-1 0 0 0,0 0-1 0 0,-1 0 1 0 0,1 0 0 0 0,-1 1 0 0 0,1-1-1 0 0,-1 0 1 0 0,0 0 0 0 0,0 1 0 0 0,1-1-1 0 0,-1 0 1 0 0,0 1 0 0 0,0-1 0 0 0,0 0-1 0 0,-1 1 1 0 0,1-1 0 0 0,0 0 0 0 0,0 0-1 0 0,-1 2 1 0 0,-1-1 6 0 0,1 0 0 0 0,-1 0 0 0 0,1 0 0 0 0,-1-1 0 0 0,0 1 0 0 0,1-1 0 0 0,-1 1 0 0 0,0-1 0 0 0,0 0 0 0 0,0 0 0 0 0,0 0 0 0 0,-1 0 0 0 0,1 0 0 0 0,-3 0 0 0 0,-13 5-47 0 0,0-2 1 0 0,0 0-1 0 0,-1-1 0 0 0,0-1 0 0 0,1-1 0 0 0,-1-1 1 0 0,0 0-1 0 0,0-1 0 0 0,0-1 0 0 0,1-1 0 0 0,-1-1 1 0 0,-25-8-1 0 0,27 6-214 0 0,1-1 0 0 0,0 0 1 0 0,-17-11-1 0 0,4-1-470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38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20735 0 0,'4'0'920'0'0,"-1"-2"184"0"0,2 1-880 0 0,-1 0-224 0 0,2 1 0 0 0,0 0 0 0 0,3-1 240 0 0,4 0 8 0 0,10-2 0 0 0,9 0 0 0 0,9-2-120 0 0,1 0-32 0 0,0-2 0 0 0,-4 0 0 0 0,1-2-368 0 0,-2 1-80 0 0,-1 1-8 0 0,-1 0-9040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1.1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0 10591 0 0,'-2'1'223'0'0,"1"-1"-1"0"0,-1 0 1 0 0,1 1-1 0 0,0-1 1 0 0,-1 1-1 0 0,1 0 1 0 0,-1-1-1 0 0,1 1 1 0 0,0 0 0 0 0,0 0-1 0 0,0 0 1 0 0,-1 0-1 0 0,1 0 1 0 0,0 0-1 0 0,0 0 1 0 0,0 0-1 0 0,0 0 1 0 0,0 2-1 0 0,-18 27 3051 0 0,15-22-3455 0 0,-9 17 347 0 0,2 1 0 0 0,0 0 0 0 0,2 1 1 0 0,1 0-1 0 0,1 0 0 0 0,1 1 0 0 0,1 0 0 0 0,-1 41 1 0 0,6-56-229 0 0,0 1 1 0 0,0-1-1 0 0,2 0 1 0 0,0 1-1 0 0,0-1 1 0 0,5 14-1 0 0,-5-21 20 0 0,0 0 0 0 0,0 0 0 0 0,1 0 1 0 0,0 0-1 0 0,0 0 0 0 0,0-1 0 0 0,1 1 0 0 0,0-1 0 0 0,0 0 0 0 0,1 0 0 0 0,-1-1 0 0 0,1 1 0 0 0,0-1 0 0 0,7 5 0 0 0,-9-7 19 0 0,1-1-1 0 0,-1 1 1 0 0,0-1-1 0 0,1 0 1 0 0,-1 0-1 0 0,1 0 1 0 0,0-1 0 0 0,-1 1-1 0 0,1-1 1 0 0,0 0-1 0 0,-1 0 1 0 0,1 0-1 0 0,0 0 1 0 0,-1-1-1 0 0,1 1 1 0 0,-1-1-1 0 0,1 0 1 0 0,-1 0 0 0 0,1-1-1 0 0,-1 1 1 0 0,5-3-1 0 0,2-1 166 0 0,0-1 0 0 0,-1 0-1 0 0,0-1 1 0 0,-1 1 0 0 0,1-2-1 0 0,6-7 1 0 0,1-2 136 0 0,-2-1 0 0 0,0 0 0 0 0,-1 0 0 0 0,11-23 0 0 0,-17 26-156 0 0,0 0 1 0 0,0 0-1 0 0,-2 0 0 0 0,0 0 1 0 0,-1-1-1 0 0,4-23 1 0 0,-8 31-20 0 0,0 1 1 0 0,0 0-1 0 0,0 0 1 0 0,-1 0-1 0 0,0 0 1 0 0,-1 0-1 0 0,1 0 1 0 0,-5-10-1 0 0,5 14-65 0 0,0 0 1 0 0,0 0-1 0 0,-1-1 0 0 0,0 1 1 0 0,1 0-1 0 0,-1 1 0 0 0,0-1 1 0 0,0 0-1 0 0,0 0 0 0 0,-1 1 1 0 0,1-1-1 0 0,-1 1 0 0 0,1 0 1 0 0,-1 0-1 0 0,0 0 0 0 0,0 0 1 0 0,0 0-1 0 0,-6-2 0 0 0,7 4-57 0 0,1-1 0 0 0,-1 1 0 0 0,0 0-1 0 0,0 0 1 0 0,0 0 0 0 0,0 0-1 0 0,1 0 1 0 0,-1 0 0 0 0,0 1 0 0 0,0-1-1 0 0,0 1 1 0 0,1-1 0 0 0,-1 1-1 0 0,0 0 1 0 0,0-1 0 0 0,-1 2 0 0 0,-2 1-607 0 0,1 0 0 0 0,-1 1 0 0 0,1-1 1 0 0,-5 6-1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1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1 1375 0 0,'-2'4'-113'0'0,"1"0"-1"0"0,-1-1 0 0 0,0 1 0 0 0,-1 0 0 0 0,1-1 0 0 0,-5 6 1 0 0,-1 2 743 0 0,-17 23 4746 0 0,-1 0 0 0 0,-56 54 0 0 0,79-85-5178 0 0,-14 9-218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2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0 158 10591 0 0,'1'38'7814'0'0,"2"0"-4543"0"0,-1-21-3163 0 0,0 0 0 0 0,1 0 0 0 0,1-1 0 0 0,11 29 0 0 0,-13-41-228 0 0,0-1 0 0 0,0 1 0 0 0,0-1 0 0 0,0 0-1 0 0,0 1 1 0 0,1-1 0 0 0,-1 0 0 0 0,1 0 0 0 0,0 0-1 0 0,0-1 1 0 0,5 5 0 0 0,-6-6 59 0 0,0 0 0 0 0,0 0 0 0 0,0-1 0 0 0,-1 1 0 0 0,1 0 0 0 0,0-1 1 0 0,0 1-1 0 0,0-1 0 0 0,0 1 0 0 0,0-1 0 0 0,0 0 0 0 0,0 0 0 0 0,0 0 0 0 0,0 0 0 0 0,0 0 0 0 0,0 0 0 0 0,0-1 1 0 0,0 1-1 0 0,0-1 0 0 0,0 1 0 0 0,0-1 0 0 0,0 0 0 0 0,-1 1 0 0 0,4-3 0 0 0,1-2 137 0 0,1 1-1 0 0,-2-1 1 0 0,1-1-1 0 0,-1 1 0 0 0,1-1 1 0 0,-1 0-1 0 0,-1 0 1 0 0,1 0-1 0 0,-1-1 1 0 0,-1 1-1 0 0,1-1 1 0 0,-1 0-1 0 0,0 0 0 0 0,0-1 1 0 0,-1 1-1 0 0,0-1 1 0 0,-1 1-1 0 0,1-1 1 0 0,-1-7-1 0 0,0 7-102 0 0,0 0 0 0 0,-1 0 0 0 0,0-1 0 0 0,-1 1 0 0 0,0 0 0 0 0,0 0-1 0 0,-1 0 1 0 0,0 0 0 0 0,0 0 0 0 0,-1 1 0 0 0,0-1 0 0 0,0 1 0 0 0,-1-1 0 0 0,0 1 0 0 0,0 0 0 0 0,0 0 0 0 0,-11-10 0 0 0,12 13-67 0 0,0 0 1 0 0,0 1-1 0 0,-1 0 1 0 0,0 0 0 0 0,1 0-1 0 0,-1 0 1 0 0,0 1-1 0 0,0 0 1 0 0,0-1-1 0 0,-1 2 1 0 0,1-1 0 0 0,-1 0-1 0 0,1 1 1 0 0,-1 0-1 0 0,1 0 1 0 0,-1 0 0 0 0,-7 0-1 0 0,1 0-75 0 0,10 1 155 0 0,0 0 1 0 0,1-1-1 0 0,-1 1 0 0 0,0 0 0 0 0,1 0 1 0 0,-1 0-1 0 0,0 0 0 0 0,1 0 0 0 0,-1 0 1 0 0,0 0-1 0 0,1 0 0 0 0,-1 0 0 0 0,0 0 1 0 0,1 1-1 0 0,-1-1 0 0 0,0 0 0 0 0,1 0 1 0 0,-1 1-1 0 0,0-1 0 0 0,1 0 0 0 0,-1 1 1 0 0,1-1-1 0 0,-1 0 0 0 0,0 1 0 0 0,1-1 1 0 0,-1 1-1 0 0,1-1 0 0 0,0 1 0 0 0,-1-1 1 0 0,1 1-1 0 0,-1 0 0 0 0,1-1 0 0 0,0 1 1 0 0,-1-1-1 0 0,1 2 0 0 0,-1 0-64 0 0,1 0 0 0 0,-1 0 0 0 0,1 0 1 0 0,-1 1-1 0 0,1-1 0 0 0,0 0 0 0 0,0 4 0 0 0,0-6 63 0 0,0 1 1 0 0,0-1-1 0 0,0 1 0 0 0,0-1 1 0 0,0 0-1 0 0,0 1 0 0 0,0-1 1 0 0,0 1-1 0 0,0-1 0 0 0,0 1 1 0 0,0-1-1 0 0,0 0 0 0 0,0 1 1 0 0,1-1-1 0 0,-1 0 0 0 0,0 1 1 0 0,0-1-1 0 0,1 1 1 0 0,-1-1-1 0 0,0 0 0 0 0,0 0 1 0 0,1 1-1 0 0,-1-1 0 0 0,0 0 1 0 0,1 1-1 0 0,-1-1 0 0 0,0 0 1 0 0,1 0-1 0 0,-1 0 0 0 0,0 1 1 0 0,1-1-1 0 0,-1 0 0 0 0,1 0 1 0 0,-1 0-1 0 0,0 0 0 0 0,1 0 1 0 0,-1 0-1 0 0,1 0 0 0 0,-1 0 1 0 0,1 0-1 0 0,-1 0 1 0 0,0 0-1 0 0,1 0 0 0 0,-1 0 1 0 0,1 0-1 0 0,0 0 0 0 0,30-7-380 0 0,-23 6 398 0 0,1-1 0 0 0,-1 0 0 0 0,13-5-1 0 0,-16 5 4 0 0,0 1 0 0 0,0-1-1 0 0,0 1 1 0 0,0 0 0 0 0,0 0 0 0 0,0 0-1 0 0,0 1 1 0 0,0-1 0 0 0,0 1-1 0 0,0 1 1 0 0,0-1 0 0 0,1 1 0 0 0,8 2-1 0 0,-2-1 52 0 0,14 2-1 0 0,28 9 0 0 0,-46-10-8 0 0,1 0 0 0 0,-1 0-1 0 0,0 1 1 0 0,0 0 0 0 0,-1 1-1 0 0,1 0 1 0 0,7 6 0 0 0,11 13 691 0 0,-1 2 1 0 0,-2 0-1 0 0,40 58 1 0 0,-45-58-839 0 0,-14-20 17 0 0,1 0 1 0 0,0 0 0 0 0,0 0-1 0 0,0-1 1 0 0,9 7 0 0 0,-12-11 107 0 0,0 1-1 0 0,0-1 1 0 0,0 0 0 0 0,0 0 0 0 0,0 0 0 0 0,1 0 0 0 0,-1 0 0 0 0,0 0 0 0 0,1-1 0 0 0,-1 1 0 0 0,0-1-1 0 0,1 0 1 0 0,-1 0 0 0 0,1 1 0 0 0,-1-2 0 0 0,1 1 0 0 0,-1 0 0 0 0,0 0 0 0 0,1-1 0 0 0,3 0 0 0 0,-1-1 9 0 0,0 0 1 0 0,0-1-1 0 0,0 0 1 0 0,0 1-1 0 0,-1-1 1 0 0,1-1-1 0 0,-1 1 1 0 0,1-1 0 0 0,-1 0-1 0 0,0 0 1 0 0,-1 0-1 0 0,1 0 1 0 0,-1-1-1 0 0,1 1 1 0 0,-2-1 0 0 0,1 0-1 0 0,0 0 1 0 0,-1 0-1 0 0,0 0 1 0 0,0 0-1 0 0,0-1 1 0 0,-1 1 0 0 0,0-1-1 0 0,0 1 1 0 0,0-1-1 0 0,-1 1 1 0 0,0-1-1 0 0,0 0 1 0 0,0 1-1 0 0,0-1 1 0 0,-1 1 0 0 0,0-1-1 0 0,-1 1 1 0 0,1-1-1 0 0,-1 1 1 0 0,0 0-1 0 0,0 0 1 0 0,0 0 0 0 0,-5-7-1 0 0,0 1-89 0 0,-1 1 1 0 0,0 0-1 0 0,-1 0 0 0 0,0 1 1 0 0,-1 0-1 0 0,1 0 0 0 0,-2 1 0 0 0,1 1 1 0 0,-1 0-1 0 0,0 0 0 0 0,-1 1 1 0 0,1 0-1 0 0,-18-5 0 0 0,24 10 12 0 0,0 0-1 0 0,0 0 0 0 0,0 1 1 0 0,0 0-1 0 0,0 0 0 0 0,0 0 1 0 0,0 1-1 0 0,0-1 0 0 0,0 1 1 0 0,0 0-1 0 0,-5 2 1 0 0,8-2-26 0 0,1-1 1 0 0,-1 1-1 0 0,0-1 1 0 0,1 1-1 0 0,-1 0 1 0 0,1-1-1 0 0,-1 1 1 0 0,1 0-1 0 0,-1 0 1 0 0,1 0-1 0 0,0 0 1 0 0,-1 1-1 0 0,1-1 1 0 0,0 0-1 0 0,0 0 1 0 0,0 1-1 0 0,0-1 0 0 0,0 1 1 0 0,0-1-1 0 0,1 1 1 0 0,-1-1-1 0 0,0 1 1 0 0,1-1-1 0 0,-1 1 1 0 0,1 0-1 0 0,-1-1 1 0 0,1 1-1 0 0,0 0 1 0 0,0-1-1 0 0,0 1 1 0 0,0 0-1 0 0,0-1 1 0 0,0 1-1 0 0,0 0 1 0 0,0-1-1 0 0,1 3 1 0 0,0-2 34 0 0,0-1-1 0 0,0 1 1 0 0,0 0-1 0 0,0-1 1 0 0,0 1 0 0 0,1-1-1 0 0,-1 0 1 0 0,0 1 0 0 0,1-1-1 0 0,-1 0 1 0 0,1 0 0 0 0,-1 0-1 0 0,1 0 1 0 0,-1 0 0 0 0,1 0-1 0 0,0 0 1 0 0,0-1 0 0 0,-1 1-1 0 0,1-1 1 0 0,0 1-1 0 0,3-1 1 0 0,6 3 55 0 0,0-2-1 0 0,14 1 1 0 0,-23-2-28 0 0,34 0 464 0 0,0-2-1 0 0,-1-1 0 0 0,38-9 1 0 0,-33 5 497 0 0,75-3 0 0 0,-109 10-803 0 0,0 0-1 0 0,0 1 1 0 0,0 0-1 0 0,0 0 1 0 0,0 0-1 0 0,0 0 1 0 0,8 5-1 0 0,-11-5-105 0 0,0 0 0 0 0,0 1 0 0 0,0 0 0 0 0,-1-1 0 0 0,1 1 0 0 0,-1 0 0 0 0,1 0 0 0 0,-1 1 0 0 0,0-1-1 0 0,1 0 1 0 0,-1 1 0 0 0,-1-1 0 0 0,1 1 0 0 0,0 0 0 0 0,1 3 0 0 0,3 9-244 0 0,-1 1 1 0 0,5 30-1 0 0,-7-30-46 0 0,1-1 0 0 0,0 1 0 0 0,7 14 0 0 0,-8-23 133 0 0,0-1 1 0 0,0 0 0 0 0,1 0 0 0 0,0 0 0 0 0,0 0 0 0 0,0-1 0 0 0,1 0 0 0 0,0 0 0 0 0,10 9 0 0 0,-12-12 134 0 0,-1-1 0 0 0,1 1 0 0 0,0 0-1 0 0,0-1 1 0 0,0 0 0 0 0,0 1 0 0 0,0-1 0 0 0,1-1 0 0 0,-1 1 0 0 0,0 0 0 0 0,0-1 0 0 0,1 1 0 0 0,-1-1 0 0 0,0 0 0 0 0,1 0-1 0 0,-1-1 1 0 0,0 1 0 0 0,1 0 0 0 0,-1-1 0 0 0,0 0 0 0 0,0 0 0 0 0,6-3 0 0 0,-3 2 83 0 0,-1 0 0 0 0,0-1 0 0 0,0 0 1 0 0,0-1-1 0 0,0 1 0 0 0,-1-1 0 0 0,1 0 0 0 0,-1 0 0 0 0,0 0 0 0 0,0 0 1 0 0,-1-1-1 0 0,1 1 0 0 0,-1-1 0 0 0,0 0 0 0 0,0 0 0 0 0,0-1 1 0 0,-1 1-1 0 0,0 0 0 0 0,0-1 0 0 0,0 0 0 0 0,-1 1 0 0 0,1-7 1 0 0,-1 4-53 0 0,-1 0 0 0 0,0 0 1 0 0,0 1-1 0 0,0-1 0 0 0,-1 0 1 0 0,-1 1-1 0 0,1-1 0 0 0,-1 1 1 0 0,0-1-1 0 0,-1 1 0 0 0,0 0 1 0 0,0 0-1 0 0,0 0 0 0 0,-1 0 0 0 0,0 1 1 0 0,-7-10-1 0 0,-3-1 86 0 0,-1 0 0 0 0,-1 1-1 0 0,-35-29 1 0 0,42 39-220 0 0,1 0-1 0 0,-2 0 0 0 0,1 1 1 0 0,-1 0-1 0 0,1 1 1 0 0,-1 0-1 0 0,0 1 1 0 0,-1 0-1 0 0,1 0 1 0 0,-17-2-1 0 0,-12 5-2270 0 0,21 1-5276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3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63 433 21655 0 0,'20'-5'2641'0'0,"-3"-2"-2677"0"0,-1 0 0 0 0,0-2 0 0 0,-1 0-1 0 0,0-1 1 0 0,0 0 0 0 0,-1-2 0 0 0,-1 1-1 0 0,0-2 1 0 0,12-13 0 0 0,-19 18-359 0 0,0 0 0 0 0,0 0 0 0 0,-1 0 0 0 0,-1-1 0 0 0,1 0 0 0 0,-1 1 0 0 0,-1-2 0 0 0,0 1 0 0 0,0 0 0 0 0,-1-1 0 0 0,0 1 0 0 0,0-1 1 0 0,-1 1-1 0 0,0-1 0 0 0,-1 0 0 0 0,0 0 0 0 0,-1 1 0 0 0,-2-14 0 0 0,1 15 285 0 0,0 0 0 0 0,0 0 0 0 0,-1 0 0 0 0,0 0 0 0 0,-1 1 0 0 0,1-1 0 0 0,-1 1 0 0 0,-1 0 1 0 0,0 0-1 0 0,0 0 0 0 0,-8-8 0 0 0,10 12 247 0 0,1 0 0 0 0,-1 1 0 0 0,0-1 0 0 0,0 1 0 0 0,0 0 0 0 0,-1 0 0 0 0,1 0 0 0 0,0 0 0 0 0,-1 1 0 0 0,1-1 0 0 0,-1 1 0 0 0,0 0 0 0 0,1 0 0 0 0,-1 0 0 0 0,0 1 0 0 0,1-1 0 0 0,-1 1 0 0 0,0 0 0 0 0,0 0 0 0 0,0 0 0 0 0,1 1 0 0 0,-1-1 0 0 0,0 1 0 0 0,0 0 0 0 0,1 0 0 0 0,-8 3 0 0 0,3 0-220 0 0,0 1 0 0 0,0 0 1 0 0,1 0-1 0 0,0 1 0 0 0,0 0 0 0 0,0 0 0 0 0,0 0 1 0 0,1 1-1 0 0,0 0 0 0 0,1 1 0 0 0,0-1 1 0 0,0 1-1 0 0,0 0 0 0 0,-4 11 0 0 0,2-2 199 0 0,0 0 0 0 0,1 0 0 0 0,1 1 0 0 0,1-1 0 0 0,1 1 1 0 0,-3 24-1 0 0,6-29 203 0 0,-1 0 1 0 0,2 0-1 0 0,-1-1 1 0 0,2 1-1 0 0,0 0 1 0 0,0-1 0 0 0,8 24-1 0 0,-7-28-175 0 0,1-1 0 0 0,-1 0 0 0 0,1 0 0 0 0,0 0 0 0 0,1 0 0 0 0,-1-1 0 0 0,1 1 0 0 0,1-1 0 0 0,-1-1 0 0 0,1 1 0 0 0,0-1 0 0 0,0 0 0 0 0,13 8-1 0 0,-8-7-139 0 0,0-1-1 0 0,0 0 0 0 0,0 0 0 0 0,0-1 0 0 0,1-1 0 0 0,-1 0 0 0 0,1 0 0 0 0,0-1 1 0 0,20 0-1 0 0,-22-2 18 0 0,0 0 0 0 0,-1-1 1 0 0,1 0-1 0 0,0-1 0 0 0,-1 0 0 0 0,1 0 1 0 0,-1-1-1 0 0,0-1 0 0 0,0 1 1 0 0,0-1-1 0 0,0-1 0 0 0,11-7 0 0 0,-3-1 3 0 0,-1 0 0 0 0,0-1-1 0 0,22-26 1 0 0,36-53-322 0 0,-63 78 136 0 0,-10 14 109 0 0,0-1 0 0 0,0 1 0 0 0,0 0 0 0 0,0-1 0 0 0,0 1 0 0 0,1 0 0 0 0,-1 0 0 0 0,0-1 0 0 0,1 1 0 0 0,-1 0 0 0 0,3-1 0 0 0,-4 3 25 0 0,1-1-1 0 0,0 0 1 0 0,-1 0-1 0 0,1 0 1 0 0,0 0-1 0 0,-1 0 1 0 0,1 1-1 0 0,0-1 1 0 0,-1 0-1 0 0,1 1 1 0 0,-1-1-1 0 0,1 0 0 0 0,-1 1 1 0 0,1-1-1 0 0,0 1 1 0 0,-1-1-1 0 0,1 1 1 0 0,-1-1-1 0 0,0 1 1 0 0,1-1-1 0 0,-1 1 1 0 0,1-1-1 0 0,-1 1 1 0 0,0 0-1 0 0,0-1 1 0 0,1 1-1 0 0,-1-1 1 0 0,0 1-1 0 0,0 0 1 0 0,1 0-1 0 0,12 35-298 0 0,-9-24 283 0 0,0 1-1 0 0,1-2 0 0 0,8 14 1 0 0,-12-22 126 0 0,1 0 0 0 0,-1-1 0 0 0,1 1 0 0 0,0-1 0 0 0,0 0 0 0 0,0 0 0 0 0,0 0 0 0 0,1 0 0 0 0,-1 0 0 0 0,1 0 0 0 0,-1 0 0 0 0,1-1 0 0 0,-1 1 0 0 0,1-1 0 0 0,0 0 0 0 0,0 0 0 0 0,-1 0 0 0 0,6 1 1 0 0,-6-2-30 0 0,1 0 0 0 0,-1 0 0 0 0,1-1 1 0 0,-1 1-1 0 0,1-1 0 0 0,-1 1 1 0 0,0-1-1 0 0,1 0 0 0 0,-1 0 1 0 0,0 0-1 0 0,0 0 0 0 0,0 0 1 0 0,0-1-1 0 0,0 1 0 0 0,0 0 1 0 0,0-1-1 0 0,0 0 0 0 0,0 1 1 0 0,-1-1-1 0 0,1 0 0 0 0,1-2 1 0 0,4-5 82 0 0,-1 0 0 0 0,-1 0 1 0 0,8-14-1 0 0,8-22-327 0 0,-3-1-1 0 0,-1-1 1 0 0,14-65 0 0 0,-13 40-1470 0 0,-12 54 531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4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28 272 15663 0 0,'3'3'187'0'0,"0"0"1"0"0,1 1-1 0 0,-1-1 0 0 0,1 0 0 0 0,0-1 0 0 0,-1 1 0 0 0,1-1 0 0 0,1 1 1 0 0,-1-1-1 0 0,0-1 0 0 0,0 1 0 0 0,1 0 0 0 0,-1-1 0 0 0,1 0 0 0 0,-1 0 1 0 0,1-1-1 0 0,8 1 0 0 0,6-1 475 0 0,0 0 0 0 0,0-2 0 0 0,20-4 0 0 0,-26 4-543 0 0,0 0-28 0 0,0 0 0 0 0,0-1 0 0 0,0 0 0 0 0,0-1-1 0 0,-1-1 1 0 0,0 0 0 0 0,0 0 0 0 0,0-1 0 0 0,-1-1 0 0 0,0 0 0 0 0,0-1-1 0 0,0 0 1 0 0,15-15 0 0 0,-21 17-146 0 0,0-1 0 0 0,0 1 1 0 0,0-1-1 0 0,-1 1 0 0 0,0-1 0 0 0,0 0 0 0 0,-1-1 0 0 0,0 1 0 0 0,3-10 0 0 0,-5 13 28 0 0,-1 0-1 0 0,1 1 0 0 0,-1-1 0 0 0,1 0 0 0 0,-1 0 0 0 0,0 0 1 0 0,0 0-1 0 0,-1 0 0 0 0,1 1 0 0 0,-1-1 0 0 0,0 0 0 0 0,0 0 1 0 0,0 1-1 0 0,-1-1 0 0 0,1 0 0 0 0,-1 1 0 0 0,0-1 0 0 0,0 1 1 0 0,0 0-1 0 0,-5-6 0 0 0,2 4-13 0 0,0 0 0 0 0,0 1 0 0 0,-1-1 0 0 0,0 1 0 0 0,0 1 0 0 0,0-1 1 0 0,-1 1-1 0 0,1 0 0 0 0,-1 0 0 0 0,1 1 0 0 0,-1 0 0 0 0,0 0 0 0 0,0 1 0 0 0,0-1 0 0 0,0 2 0 0 0,0-1 1 0 0,0 1-1 0 0,-13 1 0 0 0,7 0-221 0 0,-1 1 0 0 0,0 0 0 0 0,1 1 0 0 0,-1 0 0 0 0,1 1 0 0 0,0 1 0 0 0,0 0 0 0 0,-21 12 0 0 0,22-9 39 0 0,1 0-1 0 0,0 1 1 0 0,0 0-1 0 0,1 1 1 0 0,0 0 0 0 0,0 0-1 0 0,1 1 1 0 0,-12 20-1 0 0,15-21 347 0 0,0 0 0 0 0,0 1 0 0 0,1 0 0 0 0,1 0 0 0 0,0 0 0 0 0,0 0 0 0 0,1 1 0 0 0,1-1 0 0 0,0 1 0 0 0,-1 19 0 0 0,3-27 3 0 0,0 1 0 0 0,1-1 0 0 0,-1 0 0 0 0,1 1 0 0 0,0-1 0 0 0,0 0 0 0 0,0 1 0 0 0,1-1 0 0 0,0 0 0 0 0,-1 0 0 0 0,1 0 0 0 0,0 0 0 0 0,1-1 1 0 0,-1 1-1 0 0,1 0 0 0 0,0-1 0 0 0,0 0 0 0 0,0 0 0 0 0,0 0 0 0 0,0 0 0 0 0,1 0 0 0 0,-1-1 0 0 0,1 1 0 0 0,0-1 0 0 0,0 0 0 0 0,0 0 0 0 0,0 0 1 0 0,7 2-1 0 0,1-1-107 0 0,0 0 1 0 0,0-1 0 0 0,0 0 0 0 0,1-1 0 0 0,-1 0 0 0 0,1-1-1 0 0,-1-1 1 0 0,25-3 0 0 0,79-20-224 0 0,-89 15 202 0 0,-22 7 4 0 0,-1 1-1 0 0,0-1 1 0 0,0 1 0 0 0,1-1 0 0 0,-1 2 0 0 0,6-2 0 0 0,8-2 69 0 0,-16 3-55 0 0,0 0 1 0 0,0 1 0 0 0,0-1-1 0 0,0 1 1 0 0,0-1-1 0 0,0 1 1 0 0,0 0-1 0 0,1 0 1 0 0,-1 0 0 0 0,2 0-1 0 0,0 1 0 0 0,-1 0 0 0 0,1 0 0 0 0,0 0 0 0 0,-1 0 0 0 0,1 1-1 0 0,-1-1 1 0 0,1 1 0 0 0,-1 0 0 0 0,0 0 0 0 0,1 0 0 0 0,4 5 0 0 0,1 2-108 0 0,-1 0 0 0 0,10 14 0 0 0,-12-14 212 0 0,1 0-1 0 0,0-1 1 0 0,11 10-1 0 0,-17-18-112 0 0,-1 1 0 0 0,1-1-1 0 0,-1 0 1 0 0,1 0-1 0 0,-1 1 1 0 0,1-1-1 0 0,0 0 1 0 0,-1 0-1 0 0,1 0 1 0 0,-1 0-1 0 0,1 0 1 0 0,-1 1-1 0 0,1-1 1 0 0,0 0-1 0 0,-1 0 1 0 0,1-1-1 0 0,-1 1 1 0 0,1 0-1 0 0,-1 0 1 0 0,1 0-1 0 0,0 0 1 0 0,-1 0-1 0 0,1-1 1 0 0,-1 1 0 0 0,1 0-1 0 0,-1 0 1 0 0,1-1-1 0 0,-1 1 1 0 0,1 0-1 0 0,-1-1 1 0 0,0 1-1 0 0,1-1 1 0 0,-1 1-1 0 0,1-1 1 0 0,-1 1-1 0 0,0 0 1 0 0,1-1-1 0 0,-1 1 1 0 0,0-1-1 0 0,0 0 1 0 0,1 1-1 0 0,-1-1 1 0 0,14-29 246 0 0,-12 24-236 0 0,16-37-131 0 0,2 0 0 0 0,2 1 1 0 0,2 1-1 0 0,36-48 0 0 0,-56 83 63 0 0,1 1 1 0 0,-1 0 0 0 0,1 0-1 0 0,1 0 1 0 0,-1 1-1 0 0,11-7 1 0 0,-14 10 47 0 0,-1 0 1 0 0,1 0 0 0 0,0 0-1 0 0,0 0 1 0 0,0 1-1 0 0,0-1 1 0 0,-1 1 0 0 0,1-1-1 0 0,0 1 1 0 0,0-1-1 0 0,0 1 1 0 0,0 0 0 0 0,0 0-1 0 0,0 0 1 0 0,0 0-1 0 0,0 1 1 0 0,0-1 0 0 0,0 0-1 0 0,0 1 1 0 0,0 0-1 0 0,0-1 1 0 0,-1 1 0 0 0,1 0-1 0 0,0 0 1 0 0,0 0-1 0 0,-1 0 1 0 0,1 0 0 0 0,2 2-1 0 0,2 3 72 0 0,1 1 1 0 0,-1 0-1 0 0,-1 1 0 0 0,1 0 0 0 0,-1-1 1 0 0,0 1-1 0 0,3 9 0 0 0,24 65 207 0 0,-22-52-234 0 0,2-4 10 0 0,-8-17-795 0 0,0 0 0 0 0,-1 0 0 0 0,3 11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4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0 163 10591 0 0,'6'-5'490'0'0,"0"0"1"0"0,0 0-1 0 0,1 0 0 0 0,-1 1 0 0 0,1 0 0 0 0,9-3 0 0 0,47-16 4583 0 0,-32 12-4333 0 0,44-12 1443 0 0,2-1-1768 0 0,-60 18-1545 0 0,-1-1 1 0 0,24-13 0 0 0,-20 6-5829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4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14887 0 0,'-1'22'1834'0'0,"6"130"4428"0"0,12 135-5230 0 0,37 95-34 0 0,-11-99-1084 0 0,-38-236-194 0 0,3 23-2773 0 0,-7-66 1562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44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0 15663 0 0,'-5'10'6170'0'0,"3"-9"-5656"0"0,-18 17 571 0 0,18-16-983 0 0,-20 14-393 0 0,-21 17-1930 0 0,40-30 1554 0 0,-1 0 1 0 0,1 1-1 0 0,0 0 1 0 0,0-1-1 0 0,0 1 1 0 0,0 0-1 0 0,1 1 1 0 0,-3 5-1 0 0,4-8 500 0 0,0 1 1 0 0,0 0-1 0 0,0 0 0 0 0,1 0 0 0 0,-1 0 0 0 0,1-1 1 0 0,0 1-1 0 0,0 0 0 0 0,0 5 0 0 0,1-5 322 0 0,0 1 1 0 0,0 0-1 0 0,0-1 0 0 0,0 1 0 0 0,1 0 1 0 0,0-1-1 0 0,-1 0 0 0 0,1 1 0 0 0,0-1 1 0 0,4 5-1 0 0,0-1 508 0 0,1-1 0 0 0,-1 1 0 0 0,1-1-1 0 0,1-1 1 0 0,-1 1 0 0 0,16 7 0 0 0,-3-1 180 0 0,-11-7-636 0 0,-1 0 0 0 0,1-1 0 0 0,13 5 0 0 0,-16-7-114 0 0,0 0-1 0 0,-1 1 1 0 0,0 0 0 0 0,0 0-1 0 0,1 0 1 0 0,7 7 0 0 0,-10-8-28 0 0,-1 1 1 0 0,1-1-1 0 0,-1 0 0 0 0,0 1 1 0 0,1 0-1 0 0,-1-1 1 0 0,-1 1-1 0 0,1 0 1 0 0,0 0-1 0 0,-1 0 1 0 0,1 0-1 0 0,-1 0 1 0 0,2 6-1 0 0,-3-7-61 0 0,0 0-1 0 0,-1 0 1 0 0,1-1-1 0 0,0 1 1 0 0,0 0-1 0 0,-1 0 1 0 0,0 0-1 0 0,1-1 1 0 0,-1 1-1 0 0,0 0 1 0 0,1-1-1 0 0,-1 1 1 0 0,0-1-1 0 0,0 1 1 0 0,-1-1-1 0 0,1 1 1 0 0,0-1-1 0 0,0 1 1 0 0,-1-1-1 0 0,1 0 1 0 0,0 0-1 0 0,-3 1 1 0 0,-4 4-256 0 0,-1 0 1 0 0,-15 7-1 0 0,22-12 190 0 0,-27 12-487 0 0,-5-1-10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3:59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410 250 10591 0 0,'-3'-12'355'0'0,"-31"-104"1960"0"0,29 104-1979 0 0,1 1 1 0 0,-2 0-1 0 0,1 0 0 0 0,-2 0 0 0 0,1 1 1 0 0,-2 0-1 0 0,-12-15 0 0 0,18 23-278 0 0,1 0-1 0 0,-1 1 0 0 0,0-1 0 0 0,0 0 1 0 0,0 1-1 0 0,-1 0 0 0 0,1-1 0 0 0,0 1 1 0 0,0 0-1 0 0,-1 0 0 0 0,1 0 0 0 0,-1 0 1 0 0,1 1-1 0 0,-1-1 0 0 0,1 1 0 0 0,-1-1 1 0 0,1 1-1 0 0,-1 0 0 0 0,1 0 0 0 0,-4 0 1 0 0,3 1-81 0 0,-1 0 1 0 0,0 0-1 0 0,0 1 1 0 0,0-1-1 0 0,0 1 0 0 0,1 0 1 0 0,-1 0-1 0 0,1 0 1 0 0,0 0-1 0 0,-1 1 1 0 0,-5 5-1 0 0,-5 6-241 0 0,1 1 0 0 0,0 1 0 0 0,1 0 0 0 0,-18 31 0 0 0,14-19 132 0 0,2 1 0 0 0,-13 38 0 0 0,26-62 133 0 0,0 0 0 0 0,0 0 0 0 0,0 0 0 0 0,0 0 0 0 0,1 0 0 0 0,0 9 0 0 0,0-13 20 0 0,1 0 0 0 0,-1 1 0 0 0,0-1 1 0 0,0 0-1 0 0,1 0 0 0 0,-1 1 0 0 0,0-1 0 0 0,1 0 1 0 0,-1 0-1 0 0,1 0 0 0 0,0 0 0 0 0,-1 0 0 0 0,3 2 1 0 0,-3-2 12 0 0,1-1 1 0 0,0 0 0 0 0,-1 1 0 0 0,1-1 0 0 0,0 1 0 0 0,-1-1 0 0 0,1 0 0 0 0,0 0 0 0 0,0 1 0 0 0,-1-1 0 0 0,1 0-1 0 0,0 0 1 0 0,0 0 0 0 0,0 0 0 0 0,-1 0 0 0 0,1 0 0 0 0,0 0 0 0 0,0 0 0 0 0,0 0 0 0 0,-1 0 0 0 0,1-1 0 0 0,0 1-1 0 0,0 0 1 0 0,0-1 0 0 0,11-4 239 0 0,0 0 0 0 0,-1-1 0 0 0,0 0 0 0 0,13-10 0 0 0,40-35 9 0 0,-15 11-210 0 0,-47 39-27 0 0,0-1 0 0 0,0 1 0 0 0,-1 0 0 0 0,1 0 0 0 0,0 0 0 0 0,0 0 0 0 0,0 1 1 0 0,0-1-1 0 0,3 0 0 0 0,-4 1-36 0 0,0 0 0 0 0,-1 0 0 0 0,1 0 0 0 0,-1 0 0 0 0,1 0 0 0 0,-1 0 0 0 0,1 0 0 0 0,-1 0 0 0 0,1 0 0 0 0,-1 1 0 0 0,1-1 0 0 0,-1 0 0 0 0,1 0 0 0 0,-1 1 0 0 0,1-1 0 0 0,-1 0 0 0 0,1 1 0 0 0,-1-1 0 0 0,1 0 0 0 0,-1 1 0 0 0,0-1 0 0 0,1 0 0 0 0,-1 1 0 0 0,0-1 0 0 0,1 1 0 0 0,-1-1 0 0 0,0 1 0 0 0,0-1 0 0 0,1 1 0 0 0,-1-1 0 0 0,0 1 0 0 0,0-1 0 0 0,0 1 0 0 0,0-1 0 0 0,0 1 0 0 0,0 0 0 0 0,0-1 1 0 0,0 1-1 0 0,0-1 0 0 0,0 2 0 0 0,1 45 314 0 0,-3 0 0 0 0,-10 64 0 0 0,9-84-435 0 0,-2 15 96 0 0,-2 1 0 0 0,-3-1 0 0 0,0 0 0 0 0,-21 47 0 0 0,30-85 90 0 0,0-1 0 0 0,-1 0 0 0 0,1 1 0 0 0,-1-1 1 0 0,0 0-1 0 0,0 0 0 0 0,-1 0 0 0 0,1 0 0 0 0,0 0 0 0 0,-1-1 0 0 0,0 1 0 0 0,-5 3 0 0 0,6-5 5 0 0,-1 0-1 0 0,1 0 0 0 0,-1 0 1 0 0,0 0-1 0 0,0-1 1 0 0,1 1-1 0 0,-1-1 1 0 0,0 1-1 0 0,0-1 1 0 0,1 0-1 0 0,-1 0 1 0 0,0-1-1 0 0,0 1 1 0 0,0 0-1 0 0,1-1 1 0 0,-1 0-1 0 0,-3-1 1 0 0,-3-1-69 0 0,1 0 0 0 0,0-1 0 0 0,1 0 0 0 0,-1 0 0 0 0,1-1 1 0 0,-1 1-1 0 0,1-2 0 0 0,1 1 0 0 0,-1-1 0 0 0,-9-11 0 0 0,9 8-220 0 0,0 1 1 0 0,1-2-1 0 0,0 1 0 0 0,0-1 0 0 0,1 1 0 0 0,0-2 1 0 0,-6-20-1 0 0,5 7-962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0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60 176 9671 0 0,'47'-3'1097'0'0,"-6"1"1605"0"0,-1-2-1 0 0,50-11 1 0 0,-85 13-2557 0 0,0 1 1 0 0,0-1 0 0 0,0 1-1 0 0,-1-1 1 0 0,1-1 0 0 0,-1 1 0 0 0,1-1-1 0 0,-1 0 1 0 0,0 0 0 0 0,7-6 0 0 0,-9 7-185 0 0,-1 1 0 0 0,0-1 1 0 0,0 0-1 0 0,0 0 1 0 0,0 1-1 0 0,0-1 1 0 0,0 0-1 0 0,0 0 1 0 0,0 0-1 0 0,-1 0 1 0 0,1 0-1 0 0,-1 0 0 0 0,0 0 1 0 0,1 0-1 0 0,-1 0 1 0 0,0 0-1 0 0,0 0 1 0 0,0 0-1 0 0,-1 0 1 0 0,1 0-1 0 0,0 0 1 0 0,-1 0-1 0 0,1 0 0 0 0,-1 0 1 0 0,0 0-1 0 0,0 0 1 0 0,0 0-1 0 0,1 0 1 0 0,-3-2-1 0 0,0-1-151 0 0,0 1 0 0 0,0 0 1 0 0,-1-1-1 0 0,1 1 0 0 0,-1 1 0 0 0,0-1 0 0 0,0 0 0 0 0,-1 1 0 0 0,1 0 0 0 0,0 0 1 0 0,-1 0-1 0 0,0 1 0 0 0,0-1 0 0 0,0 1 0 0 0,0 0 0 0 0,0 1 0 0 0,0-1 1 0 0,0 1-1 0 0,-1 0 0 0 0,1 0 0 0 0,0 1 0 0 0,-1 0 0 0 0,1 0 0 0 0,-1 0 0 0 0,-8 1 1 0 0,4 1 328 0 0,0 0 0 0 0,0 0 1 0 0,0 1-1 0 0,0 0 0 0 0,1 1 1 0 0,-1 0-1 0 0,1 0 0 0 0,0 1 1 0 0,0 0-1 0 0,1 0 0 0 0,0 1 1 0 0,-14 13-1 0 0,14-10 44 0 0,0 0 1 0 0,1 0-1 0 0,0 0 1 0 0,1 1-1 0 0,0 0 1 0 0,0 1 0 0 0,1-1-1 0 0,1 1 1 0 0,-1 0-1 0 0,2 1 1 0 0,-5 19-1 0 0,7-24-138 0 0,0-1-1 0 0,0 1 1 0 0,1-1 0 0 0,0 1-1 0 0,0-1 1 0 0,0 1 0 0 0,1-1-1 0 0,0 1 1 0 0,1-1 0 0 0,-1 1-1 0 0,1-1 1 0 0,0 0 0 0 0,0 0-1 0 0,1 1 1 0 0,0-2 0 0 0,0 1-1 0 0,1 0 1 0 0,-1-1 0 0 0,1 1-1 0 0,0-1 1 0 0,1 0 0 0 0,6 6-1 0 0,-1-4-36 0 0,-1 0-1 0 0,2 0 0 0 0,-1-1 1 0 0,1-1-1 0 0,0 0 0 0 0,0 0 1 0 0,0-1-1 0 0,1 0 0 0 0,0-1 1 0 0,-1-1-1 0 0,1 0 0 0 0,0 0 1 0 0,0-1-1 0 0,1 0 0 0 0,-1-1 1 0 0,22-3-1 0 0,-18 0-258 0 0,0 0 0 0 0,-1 0 0 0 0,1-2 1 0 0,-1 0-1 0 0,0 0 0 0 0,-1-2 0 0 0,1 0 0 0 0,-1 0 1 0 0,0-1-1 0 0,-1-1 0 0 0,0 0 0 0 0,17-17 0 0 0,-21 17 264 0 0,-1 0 0 0 0,-1-1-1 0 0,0 0 1 0 0,0 0 0 0 0,-1 0 0 0 0,0-1-1 0 0,-1 0 1 0 0,0-1 0 0 0,0 1 0 0 0,4-11 2672 0 0,0 46-2362 0 0,-1 13-252 0 0,-6-23-73 0 0,1-1 0 0 0,0 0 0 0 0,1 0 1 0 0,1 0-1 0 0,8 19 0 0 0,-13-32 1 0 0,1 1-1 0 0,-1-1 0 0 0,0 1 0 0 0,0-1 1 0 0,0 1-1 0 0,1-1 0 0 0,-1 1 1 0 0,0-1-1 0 0,0 1 0 0 0,1-1 1 0 0,-1 0-1 0 0,0 1 0 0 0,1-1 1 0 0,-1 0-1 0 0,1 1 0 0 0,-1-1 0 0 0,0 0 1 0 0,1 1-1 0 0,-1-1 0 0 0,1 0 1 0 0,-1 0-1 0 0,1 1 0 0 0,-1-1 1 0 0,1 0-1 0 0,-1 0 0 0 0,1 0 1 0 0,-1 0-1 0 0,1 0 0 0 0,-1 0 1 0 0,1 0-1 0 0,-1 0 0 0 0,1 0 0 0 0,-1 0 1 0 0,1 0-1 0 0,-1 0 0 0 0,1 0 1 0 0,-1 0-1 0 0,2 0 0 0 0,0-2 4 0 0,-1 0-1 0 0,1 1 0 0 0,0-1 1 0 0,-1 0-1 0 0,0 0 1 0 0,1 0-1 0 0,1-3 0 0 0,0 0-6 0 0,161-221 765 0 0,-161 222-634 0 0,0 0-1 0 0,0 1 1 0 0,0-1 0 0 0,1 1-1 0 0,-1 0 1 0 0,8-5 0 0 0,-11 8-106 0 0,1-1 0 0 0,0 1 1 0 0,0 0-1 0 0,0-1 0 0 0,-1 1 0 0 0,1 0 1 0 0,0 0-1 0 0,0 0 0 0 0,0-1 1 0 0,0 1-1 0 0,0 0 0 0 0,-1 0 0 0 0,1 0 1 0 0,0 0-1 0 0,0 0 0 0 0,0 1 1 0 0,0-1-1 0 0,0 0 0 0 0,-1 0 1 0 0,1 1-1 0 0,0-1 0 0 0,0 0 0 0 0,0 1 1 0 0,-1-1-1 0 0,1 1 0 0 0,0-1 1 0 0,0 1-1 0 0,-1-1 0 0 0,1 1 0 0 0,0-1 1 0 0,-1 1-1 0 0,1 0 0 0 0,-1-1 1 0 0,1 1-1 0 0,-1 0 0 0 0,1 0 0 0 0,-1-1 1 0 0,1 1-1 0 0,-1 0 0 0 0,0 0 1 0 0,1 0-1 0 0,-1 1 0 0 0,7 17 123 0 0,-1 1 1 0 0,0-1-1 0 0,4 38 0 0 0,-2-15-1691 0 0,2-1-3778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0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0 269 4143 0 0,'113'-35'10132'0'0,"-29"12"-7381"0"0,-67 17-2486 0 0,45-17 344 0 0,-55 21-580 0 0,-1-1 1 0 0,0-1-1 0 0,0 1 0 0 0,0-1 1 0 0,0 0-1 0 0,-1-1 1 0 0,6-4-1 0 0,-9 7-29 0 0,-1-1 0 0 0,1 1-1 0 0,-1 0 1 0 0,1 0 0 0 0,-1-1 0 0 0,0 1 0 0 0,0 0-1 0 0,0-1 1 0 0,0 0 0 0 0,0 1 0 0 0,0-1-1 0 0,-1 1 1 0 0,1-1 0 0 0,-1 0 0 0 0,0 1-1 0 0,0-1 1 0 0,0-3 0 0 0,0 2 1 0 0,-1-1 0 0 0,0 1 1 0 0,0-1-1 0 0,0 1 0 0 0,-1 0 1 0 0,0-1-1 0 0,1 1 0 0 0,-1 0 0 0 0,-5-7 1 0 0,4 6 30 0 0,0 1 0 0 0,-1 0 0 0 0,1 0 0 0 0,-1 0 0 0 0,0 0 0 0 0,0 1 0 0 0,0-1 0 0 0,-7-2 0 0 0,9 4 26 0 0,-1 0 1 0 0,0 1 0 0 0,0 0-1 0 0,0-1 1 0 0,0 1-1 0 0,0 1 1 0 0,0-1 0 0 0,0 0-1 0 0,0 1 1 0 0,-1-1 0 0 0,1 1-1 0 0,0 0 1 0 0,-6 1 0 0 0,1 0-33 0 0,1 1 0 0 0,0 1 0 0 0,0-1 0 0 0,0 1 0 0 0,1 1 0 0 0,-1-1 1 0 0,1 1-1 0 0,0 0 0 0 0,0 0 0 0 0,0 1 0 0 0,0 0 0 0 0,1 0 0 0 0,0 0 1 0 0,-6 7-1 0 0,5-4-28 0 0,0 1-1 0 0,0 0 1 0 0,0 0 0 0 0,1 0 0 0 0,1 0 0 0 0,-1 1 0 0 0,1 0-1 0 0,1 0 1 0 0,-3 14 0 0 0,5-21 7 0 0,0 1-1 0 0,1 0 0 0 0,0 0 1 0 0,-1-1-1 0 0,1 1 0 0 0,1 0 1 0 0,-1 0-1 0 0,0-1 0 0 0,1 1 1 0 0,0 0-1 0 0,0-1 1 0 0,0 1-1 0 0,0-1 0 0 0,1 1 1 0 0,-1-1-1 0 0,4 6 0 0 0,-2-6-43 0 0,0 1 0 0 0,0-1 0 0 0,0 0-1 0 0,0 0 1 0 0,1 0 0 0 0,-1 0 0 0 0,1-1 0 0 0,0 0-1 0 0,0 1 1 0 0,0-1 0 0 0,0 0 0 0 0,5 1-1 0 0,3 0-298 0 0,0 0 0 0 0,0 0 0 0 0,1-1 0 0 0,-1-1 0 0 0,1 0 0 0 0,0-1 0 0 0,-1 0 0 0 0,24-4 0 0 0,-25 2-514 0 0,-1 0 0 0 0,1 0 1 0 0,-1-1-1 0 0,1-1 0 0 0,-1 0 1 0 0,0 0-1 0 0,0-1 0 0 0,13-9 1 0 0,-17 9 235 0 0,1 0 0 0 0,-2 0 0 0 0,1-1-1 0 0,0 1 1 0 0,-1-1 0 0 0,6-9 0 0 0,-6 7 729 0 0,0 0-1 0 0,-1 0 0 0 0,4-11 1 0 0,-5 12 42 0 0,-2 4 384 0 0,0 0 0 0 0,0 0 0 0 0,0 0 0 0 0,1 1 0 0 0,-1-1 0 0 0,1 0 0 0 0,-1 0 0 0 0,4-2 0 0 0,-4 4-417 0 0,0 1 0 0 0,0-1 0 0 0,0 1 0 0 0,0-1 0 0 0,0 1 0 0 0,0-1 0 0 0,0 1 0 0 0,0 0 0 0 0,0-1 0 0 0,0 1 0 0 0,0 0 0 0 0,1 0 0 0 0,-1 0 0 0 0,0 0 0 0 0,0 0 0 0 0,0 0 0 0 0,0 0 0 0 0,0 0 0 0 0,1 0 0 0 0,-1 1 0 0 0,0-1 0 0 0,0 0 0 0 0,0 1 0 0 0,0-1 0 0 0,0 1 0 0 0,0-1 0 0 0,1 2 0 0 0,4 1-77 0 0,0 1 1 0 0,-1 0-1 0 0,1 0 0 0 0,-1 0 0 0 0,0 1 0 0 0,0-1 0 0 0,0 1 1 0 0,-1 1-1 0 0,0-1 0 0 0,0 1 0 0 0,4 7 0 0 0,-1-1 357 0 0,-1 0 0 0 0,-1 0-1 0 0,0 1 1 0 0,6 23 0 0 0,-11-22 139 0 0,0-14-478 0 0,1 0 0 0 0,-1 1-1 0 0,0-1 1 0 0,0 0 0 0 0,0 0-1 0 0,0 1 1 0 0,0-1 0 0 0,0 0 0 0 0,0 0-1 0 0,0 1 1 0 0,0-1 0 0 0,0 0-1 0 0,0 1 1 0 0,0-1 0 0 0,0 0 0 0 0,0 0-1 0 0,0 1 1 0 0,-1-1 0 0 0,1 0-1 0 0,0 0 1 0 0,0 1 0 0 0,0-1-1 0 0,0 0 1 0 0,0 0 0 0 0,-1 1 0 0 0,1-1-1 0 0,0 0 1 0 0,0 0 0 0 0,0 0-1 0 0,-1 1 1 0 0,1-1 0 0 0,0 0-1 0 0,-1 0 1 0 0,0-2 198 0 0,0 0-1 0 0,0-1 0 0 0,1 1 1 0 0,-1-1-1 0 0,1 0 0 0 0,-1 1 1 0 0,1-1-1 0 0,0 1 0 0 0,0-1 1 0 0,0 0-1 0 0,1-4 0 0 0,-1 4-289 0 0,0-5 202 0 0,1-1 0 0 0,0 0 1 0 0,1 1-1 0 0,0-1 0 0 0,0 1 0 0 0,0 0 1 0 0,1 0-1 0 0,4-8 0 0 0,2 0-136 0 0,-1 1 0 0 0,20-25 0 0 0,-22 31-203 0 0,1 1 0 0 0,0 1 0 0 0,0-1 0 0 0,1 1 1 0 0,0 0-1 0 0,0 1 0 0 0,0 0 0 0 0,1 0 0 0 0,0 1 0 0 0,0 0 0 0 0,15-5 0 0 0,-5 4-1224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1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270 101 7831 0 0,'1'-10'1278'0'0,"0"0"-1"0"0,0 0 0 0 0,-1 1 0 0 0,-2-19 1 0 0,2 26-1044 0 0,0 0 0 0 0,-1 0 0 0 0,1 0 0 0 0,-1 0 0 0 0,1 0 0 0 0,-1 0 1 0 0,0 1-1 0 0,0-1 0 0 0,0 0 0 0 0,0 0 0 0 0,0 1 0 0 0,0-1 0 0 0,-3-2 0 0 0,3 3-175 0 0,0 1 0 0 0,-1-1 0 0 0,1 0 0 0 0,0 1 0 0 0,-1-1 0 0 0,1 1 0 0 0,0-1 0 0 0,-1 1 0 0 0,1 0-1 0 0,-1-1 1 0 0,1 1 0 0 0,0 0 0 0 0,-1 0 0 0 0,1 0 0 0 0,-1 0 0 0 0,1 0 0 0 0,-1 1 0 0 0,1-1 0 0 0,0 0-1 0 0,-1 1 1 0 0,-1 0 0 0 0,-5 2-167 0 0,1 0-1 0 0,1 0 0 0 0,-1 1 1 0 0,0-1-1 0 0,1 2 0 0 0,-11 8 0 0 0,-34 36-766 0 0,32-29 645 0 0,4-5 87 0 0,3-5 92 0 0,1 1 1 0 0,1 1-1 0 0,0-1 1 0 0,0 2 0 0 0,-14 25-1 0 0,23-36 49 0 0,0-1-1 0 0,0 1 0 0 0,0 0 0 0 0,1 0 1 0 0,-1 0-1 0 0,1-1 0 0 0,0 1 0 0 0,-1 0 1 0 0,1 0-1 0 0,0 0 0 0 0,0 0 0 0 0,0 0 1 0 0,0 0-1 0 0,1-1 0 0 0,0 5 0 0 0,-1-5 14 0 0,1 0-1 0 0,-1 0 0 0 0,1 0 0 0 0,0 0 0 0 0,-1 0 0 0 0,1-1 0 0 0,0 1 0 0 0,0 0 0 0 0,-1 0 0 0 0,1-1 0 0 0,0 1 1 0 0,0 0-1 0 0,0-1 0 0 0,0 1 0 0 0,0-1 0 0 0,0 1 0 0 0,0-1 0 0 0,0 1 0 0 0,0-1 0 0 0,0 0 0 0 0,0 1 0 0 0,0-1 0 0 0,0 0 1 0 0,1 0-1 0 0,-1 0 0 0 0,0 0 0 0 0,2 0 0 0 0,37-1 1410 0 0,48 3 594 0 0,-78-1-1917 0 0,1 0-1 0 0,-1 1 1 0 0,0 1 0 0 0,0 0-1 0 0,0 0 1 0 0,14 7 0 0 0,-14-4-74 0 0,0 0 0 0 0,0 1 0 0 0,12 11 0 0 0,12 8-593 0 0,-20-19-764 0 0,-6-6 60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1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69 2303 0 0,'-3'-8'306'0'0,"1"-20"11248"0"0,11 25-8279 0 0,9 0-1639 0 0,-17 3-1283 0 0,134-2 2363 0 0,-28 2-2853 0 0,-54-3-2014 0 0,65-13-1 0 0,-89 10-4384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1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10 919 0 0,'-17'-10'4635'0'0,"9"47"1789"0"0,-2 18-3637 0 0,0 207 1651 0 0,5-58-3130 0 0,0-145-1239 0 0,-2 79 398 0 0,7-114-1159 0 0,1 0 1 0 0,1-1-1 0 0,9 41 1 0 0,-3-37-5943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1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1 298 12895 0 0,'3'-1'613'0'0,"-1"0"0"0"0,1 0 0 0 0,0 1 0 0 0,0-1 0 0 0,0 0 0 0 0,4 1 0 0 0,0-2-88 0 0,21-3 766 0 0,86-19 526 0 0,-96 19-1872 0 0,0-1 1 0 0,-1-1 0 0 0,1 0-1 0 0,18-12 1 0 0,-31 16 14 0 0,-1-1-1 0 0,0 1 1 0 0,0-1-1 0 0,0 0 1 0 0,0 0 0 0 0,-1 0-1 0 0,1 0 1 0 0,-1-1-1 0 0,0 1 1 0 0,-1-1-1 0 0,1 0 1 0 0,-1 0 0 0 0,0 0-1 0 0,0 0 1 0 0,0 0-1 0 0,-1-1 1 0 0,1 1-1 0 0,0-9 1 0 0,-2 7 94 0 0,1 0 0 0 0,-1 0 1 0 0,0 0-1 0 0,0 0 0 0 0,-1 0 0 0 0,0 0 1 0 0,0 0-1 0 0,-1 0 0 0 0,0 1 0 0 0,0-1 1 0 0,0 1-1 0 0,-1-1 0 0 0,0 1 0 0 0,-5-8 1 0 0,8 13-11 0 0,-1 0 0 0 0,0 0 0 0 0,0 0 1 0 0,0 0-1 0 0,0 0 0 0 0,0 0 0 0 0,0 0 1 0 0,0 1-1 0 0,0-1 0 0 0,-1 0 0 0 0,1 0 1 0 0,0 1-1 0 0,0-1 0 0 0,-1 1 0 0 0,1-1 1 0 0,0 1-1 0 0,-1 0 0 0 0,1-1 1 0 0,0 1-1 0 0,-2 0 0 0 0,0 0 8 0 0,0 0-1 0 0,0 0 1 0 0,0 1-1 0 0,0-1 1 0 0,0 1 0 0 0,0 0-1 0 0,0 0 1 0 0,-5 2-1 0 0,-2 3-15 0 0,0 0 0 0 0,1 0 0 0 0,-16 13 0 0 0,2 1-17 0 0,1 1 1 0 0,-24 29-1 0 0,36-38-20 0 0,2 0 1 0 0,-1 0-1 0 0,1 1 0 0 0,1 0 0 0 0,1 0 1 0 0,-9 23-1 0 0,14-32 15 0 0,0-1 0 0 0,0 1 0 0 0,0-1 0 0 0,0 1 0 0 0,1 0 1 0 0,0-1-1 0 0,0 1 0 0 0,0 0 0 0 0,0 0 0 0 0,0-1 0 0 0,1 1 0 0 0,0-1 0 0 0,-1 1 0 0 0,1 0 0 0 0,1-1 0 0 0,-1 1 0 0 0,3 3 0 0 0,-2-2 10 0 0,1-2 0 0 0,0 1-1 0 0,1 0 1 0 0,-1 0-1 0 0,0-1 1 0 0,1 0 0 0 0,0 0-1 0 0,0 0 1 0 0,0 0-1 0 0,0-1 1 0 0,0 1 0 0 0,8 2-1 0 0,8 3 22 0 0,0-1-1 0 0,0-1 1 0 0,1-1-1 0 0,-1-1 1 0 0,26 2-1 0 0,107-3-86 0 0,-10-12-1736 0 0,-59 1-5821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3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54 14279 0 0,'-7'-7'3925'0'0,"13"24"519"0"0,-3-6-4901 0 0,2 6 392 0 0,-1 1-1 0 0,-1-1 0 0 0,-1 1 1 0 0,0 0-1 0 0,-2-1 1 0 0,0 1-1 0 0,0 0 1 0 0,-2 0-1 0 0,0 0 0 0 0,-1-1 1 0 0,-1 1-1 0 0,-1-1 1 0 0,0 0-1 0 0,-1-1 0 0 0,-12 24 1 0 0,10-26-993 0 0,5-22-836 0 0,7-12 2183 0 0,1 0 0 0 0,1 0-1 0 0,11-27 1 0 0,31-55 2283 0 0,-45 97-2499 0 0,2-5 289 0 0,0 0 1 0 0,12-15 0 0 0,-17 25-354 0 0,0 0 0 0 0,0-1 0 0 0,0 1 1 0 0,0 0-1 0 0,0 0 0 0 0,0 0 0 0 0,0 0 0 0 0,1 0 1 0 0,-1 0-1 0 0,0 0 0 0 0,0-1 0 0 0,0 1 0 0 0,0 0 1 0 0,1 0-1 0 0,-1 0 0 0 0,0 0 0 0 0,0 0 0 0 0,0 0 1 0 0,0 0-1 0 0,1 0 0 0 0,-1 0 0 0 0,0 0 0 0 0,0 0 1 0 0,0 0-1 0 0,0 0 0 0 0,1 0 0 0 0,-1 0 0 0 0,0 0 1 0 0,0 0-1 0 0,0 0 0 0 0,0 0 0 0 0,1 0 1 0 0,-1 0-1 0 0,0 1 0 0 0,0-1 0 0 0,0 0 0 0 0,6 7 92 0 0,4 13-152 0 0,-8-16 78 0 0,11 24-27 0 0,-5-8 0 0 0,1-1 0 0 0,22 33 0 0 0,-27-47 0 0 0,1 1 0 0 0,0-1 0 0 0,0 1 0 0 0,0-1 0 0 0,1-1 0 0 0,-1 1 0 0 0,1-1 0 0 0,0 0 0 0 0,0 0 0 0 0,1-1 0 0 0,-1 1 0 0 0,10 2 0 0 0,-2-2 1 0 0,0-1 0 0 0,0 0 1 0 0,0-1-1 0 0,0-1 0 0 0,0 0 0 0 0,0-1 0 0 0,0 0 0 0 0,1-1 1 0 0,20-5-1 0 0,-11 1 44 0 0,1-1 1 0 0,-1-1 0 0 0,0-2-1 0 0,33-16 1 0 0,-48 21-46 0 0,0-1 1 0 0,-1 0-1 0 0,1-1 0 0 0,-2 1 0 0 0,1-2 1 0 0,0 1-1 0 0,-1-1 0 0 0,0 0 0 0 0,-1-1 0 0 0,11-14 1 0 0,-14 16 10 0 0,0 0 1 0 0,0-1-1 0 0,0 1 0 0 0,0-1 1 0 0,-1 0-1 0 0,0 0 1 0 0,-1 1-1 0 0,0-1 1 0 0,0 0-1 0 0,0-1 0 0 0,-1 1 1 0 0,0 0-1 0 0,0 0 1 0 0,-1 0-1 0 0,-2-13 0 0 0,3 18 1 0 0,-1 1-1 0 0,1-1 0 0 0,0 1 0 0 0,-1-1 0 0 0,1 0 0 0 0,-1 1 0 0 0,1-1 0 0 0,-1 1 0 0 0,0-1 1 0 0,0 1-1 0 0,0 0 0 0 0,0-1 0 0 0,0 1 0 0 0,0 0 0 0 0,0-1 0 0 0,0 1 0 0 0,0 0 0 0 0,-1 0 0 0 0,1 0 1 0 0,-1 0-1 0 0,1 0 0 0 0,0 1 0 0 0,-1-1 0 0 0,1 0 0 0 0,-1 0 0 0 0,0 1 0 0 0,-2-1 0 0 0,1 1-15 0 0,0 0-1 0 0,0 0 1 0 0,-1 0 0 0 0,1 1-1 0 0,0-1 1 0 0,0 1-1 0 0,0 0 1 0 0,0 0-1 0 0,0 0 1 0 0,1 0-1 0 0,-1 0 1 0 0,0 1-1 0 0,0-1 1 0 0,-3 3-1 0 0,-6 6-12 0 0,-1-1-1 0 0,1 2 1 0 0,0-1-1 0 0,1 2 1 0 0,-12 15-1 0 0,18-20 17 0 0,0 0 0 0 0,0 0 0 0 0,0 1 0 0 0,1 0 0 0 0,0 0 0 0 0,1 0 0 0 0,0 1-1 0 0,0-1 1 0 0,1 1 0 0 0,-3 15 0 0 0,5-21 1 0 0,0 0 0 0 0,-1 1 0 0 0,2-1 0 0 0,-1 0 0 0 0,0 0 0 0 0,0 0 0 0 0,1 0 0 0 0,0 0 0 0 0,0 0 0 0 0,0 0 0 0 0,0 0 0 0 0,0 0 0 0 0,0-1 0 0 0,1 1 0 0 0,-1 0 0 0 0,1-1 0 0 0,0 1 0 0 0,0-1 0 0 0,0 1 0 0 0,4 3 0 0 0,-2-3 0 0 0,0-1 0 0 0,0 1 0 0 0,0-1 0 0 0,0 0 0 0 0,1 0 0 0 0,-1 0 0 0 0,0-1 0 0 0,1 1 0 0 0,0-1 0 0 0,-1 0 0 0 0,1-1 0 0 0,0 1 0 0 0,5-1 0 0 0,8 0 12 0 0,1-1 0 0 0,0-1 0 0 0,-1-1-1 0 0,1-1 1 0 0,-1 0 0 0 0,29-11 0 0 0,-23 5-59 0 0,0 0 0 0 0,0-2 0 0 0,-2-1 0 0 0,27-18 0 0 0,-29 15-158 0 0,28-29 0 0 0,-11 9 36 0 0,-37 35 169 0 0,0 1 0 0 0,1-1 0 0 0,-1 1-1 0 0,1-1 1 0 0,-1 1 0 0 0,1 0-1 0 0,-1-1 1 0 0,1 1 0 0 0,-1-1-1 0 0,1 1 1 0 0,-1 0 0 0 0,1 0-1 0 0,0-1 1 0 0,-1 1 0 0 0,1 0-1 0 0,-1 0 1 0 0,1 0 0 0 0,0 0-1 0 0,-1 0 1 0 0,1 0 0 0 0,0 0-1 0 0,-1 0 1 0 0,1 0 0 0 0,-1 0-1 0 0,1 0 1 0 0,0 0 0 0 0,-1 0-1 0 0,1 1 1 0 0,0-1 0 0 0,-1 0-1 0 0,1 0 1 0 0,-1 1 0 0 0,1-1-1 0 0,-1 0 1 0 0,1 1 0 0 0,-1-1-1 0 0,1 0 1 0 0,-1 1 0 0 0,1-1 0 0 0,-1 1-1 0 0,1-1 1 0 0,-1 1 0 0 0,0-1-1 0 0,1 1 1 0 0,-1-1 0 0 0,0 1-1 0 0,1-1 1 0 0,-1 1 0 0 0,0 0-1 0 0,0 0 1 0 0,3 6 1 0 0,-1-1-1 0 0,0 1 1 0 0,3 12 0 0 0,-4-12-1 0 0,5 20 13 0 0,-3-9 22 0 0,1 0 0 0 0,10 28 0 0 0,-12-42-30 0 0,0 0-1 0 0,-1 0 0 0 0,1 0 1 0 0,1-1-1 0 0,-1 1 0 0 0,1-1 1 0 0,-1 1-1 0 0,1-1 0 0 0,0 0 1 0 0,0 1-1 0 0,0-2 0 0 0,1 1 1 0 0,-1 0-1 0 0,1-1 0 0 0,0 1 1 0 0,4 1-1 0 0,-5-2-4 0 0,1-1 0 0 0,-1 0 0 0 0,0 0 0 0 0,1-1 0 0 0,-1 1 0 0 0,0-1 0 0 0,1 1 0 0 0,-1-1 0 0 0,0 0 0 0 0,1 0 0 0 0,-1-1 0 0 0,1 1 0 0 0,-1-1 0 0 0,0 0 0 0 0,4-1 0 0 0,-1 0 0 0 0,-1 0 0 0 0,0-1 0 0 0,0 0 0 0 0,-1 0 0 0 0,1 0 0 0 0,-1 0 0 0 0,1-1 0 0 0,5-5 0 0 0,2-6 0 0 0,0 0 0 0 0,0-1 0 0 0,-2 0 0 0 0,11-22 0 0 0,-15 28 0 0 0,-4 5 0 0 0,0 1 0 0 0,0 0 0 0 0,0 0 0 0 0,1 0 0 0 0,0 0 0 0 0,0 0 0 0 0,5-5 0 0 0,-8 9 0 0 0,1 0 0 0 0,-1 0 0 0 0,0 0 0 0 0,1 0 0 0 0,-1 0 0 0 0,0 0 0 0 0,1 1 0 0 0,-1-1 0 0 0,0 0 0 0 0,1 0 0 0 0,-1 0 0 0 0,0 0 0 0 0,1 1 0 0 0,-1-1 0 0 0,0 0 0 0 0,0 0 0 0 0,1 1 0 0 0,-1-1 0 0 0,0 0 0 0 0,0 0 0 0 0,0 1 0 0 0,1-1 0 0 0,-1 0 0 0 0,0 1 0 0 0,0-1 0 0 0,0 0 0 0 0,0 1 0 0 0,0-1 0 0 0,1 0 0 0 0,-1 1 0 0 0,0-1 0 0 0,0 0 0 0 0,0 1 0 0 0,0-1 0 0 0,0 0 0 0 0,0 1 0 0 0,0-1 0 0 0,4 19 0 0 0,-4-17 0 0 0,1 6 0 0 0,0-1 0 0 0,1 0 0 0 0,0 1 0 0 0,1-1 0 0 0,-1 0 0 0 0,6 9 0 0 0,-7-14 0 0 0,0 0 0 0 0,1 0 0 0 0,-1 0 0 0 0,1-1 0 0 0,-1 1 0 0 0,1 0 0 0 0,0-1 0 0 0,0 1 0 0 0,0-1 0 0 0,-1 0 0 0 0,1 1 0 0 0,0-1 0 0 0,1 0 0 0 0,-1 0 0 0 0,0 0 0 0 0,0-1 0 0 0,0 1 0 0 0,1 0 0 0 0,-1-1 0 0 0,0 1 0 0 0,1-1 0 0 0,-1 0 0 0 0,0 0 0 0 0,4 0 0 0 0,0-1 9 0 0,1 0 0 0 0,-1 0 0 0 0,0-1 0 0 0,0 1-1 0 0,0-2 1 0 0,0 1 0 0 0,-1 0 0 0 0,1-1 0 0 0,-1 0 0 0 0,1-1-1 0 0,-1 1 1 0 0,0-1 0 0 0,0 0 0 0 0,0 0 0 0 0,-1 0 0 0 0,0-1 0 0 0,1 0-1 0 0,-1 1 1 0 0,3-7 0 0 0,0 0-4 0 0,0-1 1 0 0,0 0-1 0 0,-1 0 0 0 0,-1-1 0 0 0,0 0 0 0 0,-1 0 1 0 0,5-23-1 0 0,-2-9-987 0 0,-2 16-4764 0 0,-1 5-1553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3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7831 0 0,'5'3'549'0'0,"-1"0"-1"0"0,0 0 1 0 0,0 1-1 0 0,0-1 1 0 0,-1 1-1 0 0,1 0 0 0 0,-1 0 1 0 0,0 0-1 0 0,0 0 1 0 0,4 9-1 0 0,22 51 2881 0 0,-26-58-3551 0 0,6 19 471 0 0,-1 1-1 0 0,-1 0 1 0 0,-2 0 0 0 0,0 1-1 0 0,-2 0 1 0 0,-1 0 0 0 0,-1 0-1 0 0,-3 37 1 0 0,-8 24-327 0 0,-25 104 0 0 0,13-79-530 0 0,19-99 158 0 0,1 0-690 0 0,0 0 1 0 0,-9 21 0 0 0,6-27-796 0 0,-5-25-3190 0 0,8 3 3771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3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1 704 1375 0 0,'8'-137'124'0'0,"-6"118"166"0"0,1-1 0 0 0,0 1 0 0 0,9-24 0 0 0,-3 11 118 0 0,46-159 1748 0 0,-40 145-1101 0 0,3 1 0 0 0,27-49-1 0 0,-42 87-658 0 0,1 1 0 0 0,0-1-1 0 0,0 1 1 0 0,1 1 0 0 0,8-11-1 0 0,-11 15-253 0 0,-1 0 0 0 0,0 0-1 0 0,0 0 1 0 0,1 0-1 0 0,-1 0 1 0 0,0 1-1 0 0,1-1 1 0 0,-1 0-1 0 0,1 1 1 0 0,-1-1-1 0 0,1 1 1 0 0,-1-1 0 0 0,1 1-1 0 0,-1 0 1 0 0,1 0-1 0 0,-1 0 1 0 0,1 0-1 0 0,0 0 1 0 0,-1 0-1 0 0,1 0 1 0 0,-1 0 0 0 0,1 0-1 0 0,-1 1 1 0 0,1-1-1 0 0,-1 1 1 0 0,1-1-1 0 0,-1 1 1 0 0,1 0-1 0 0,-1-1 1 0 0,1 1-1 0 0,-1 0 1 0 0,2 2 0 0 0,2 1-64 0 0,-1 0 1 0 0,1 0 0 0 0,-1 0-1 0 0,0 1 1 0 0,0 0 0 0 0,-1 0-1 0 0,1 0 1 0 0,-1 0 0 0 0,0 1-1 0 0,0-1 1 0 0,-1 1 0 0 0,0 0-1 0 0,0 0 1 0 0,0 0 0 0 0,-1 0-1 0 0,0 0 1 0 0,1 6 0 0 0,-2-5 23 0 0,1 0 0 0 0,-1-1 1 0 0,0 1-1 0 0,-1 0 1 0 0,0-1-1 0 0,0 1 0 0 0,0-1 1 0 0,-1 1-1 0 0,0-1 1 0 0,0 0-1 0 0,0 0 1 0 0,-1 1-1 0 0,0-2 0 0 0,0 1 1 0 0,-7 8-1 0 0,4-7-161 0 0,0 0 1 0 0,0-1-1 0 0,-1 0 0 0 0,0 0 0 0 0,0-1 1 0 0,0 0-1 0 0,-1 0 0 0 0,0-1 0 0 0,0 0 1 0 0,0 0-1 0 0,0-1 0 0 0,0 0 0 0 0,-1 0 1 0 0,-15 2-1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4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8751 0 0,'4'-4'297'0'0,"11"-10"72"0"0,-14 13-313 0 0,-1 1 1 0 0,1 0 0 0 0,-1-1 0 0 0,1 1 0 0 0,-1 0 0 0 0,1-1 0 0 0,-1 1 0 0 0,1 0 0 0 0,-1 0 0 0 0,1 0-1 0 0,-1-1 1 0 0,1 1 0 0 0,-1 0 0 0 0,1 0 0 0 0,-1 0 0 0 0,1 0 0 0 0,0 0 0 0 0,-1 0 0 0 0,1 0-1 0 0,-1 0 1 0 0,1 0 0 0 0,-1 0 0 0 0,1 1 0 0 0,-1-1 0 0 0,1 0 0 0 0,0 0 0 0 0,-1 0 0 0 0,1 1-1 0 0,0-1 1 0 0,3 4 710 0 0,1 1 0 0 0,-1-1-1 0 0,0 1 1 0 0,0 0 0 0 0,0 0-1 0 0,0 1 1 0 0,-1-1-1 0 0,4 10 1 0 0,-3-5-295 0 0,0 0 1 0 0,-1 0-1 0 0,-1 0 1 0 0,3 18-1 0 0,-3 3-314 0 0,-1 0 0 0 0,-5 47 0 0 0,4-78-152 0 0,-39 286-358 0 0,12-166-5831 0 0,17-78 12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4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192 334 1375 0 0,'8'-12'627'0'0,"11"-20"0"0"0,28-81 8702 0 0,-44 105-9449 0 0,-1 3 400 0 0,6-17 1312 0 0,6-27 1 0 0,-12 44-1317 0 0,-1 0 1 0 0,0-1-1 0 0,-1 1 1 0 0,1-1 0 0 0,-1 1-1 0 0,0-1 1 0 0,0 1-1 0 0,-1-1 1 0 0,0 1 0 0 0,0 0-1 0 0,-2-7 1 0 0,3 11-259 0 0,-1-1 1 0 0,1 1-1 0 0,-1 0 1 0 0,0 0-1 0 0,1 0 0 0 0,-1 0 1 0 0,0-1-1 0 0,0 1 1 0 0,0 0-1 0 0,0 0 1 0 0,0 1-1 0 0,0-1 1 0 0,0 0-1 0 0,0 0 0 0 0,0 0 1 0 0,0 1-1 0 0,-1-1 1 0 0,1 0-1 0 0,0 1 1 0 0,-2-1-1 0 0,0 0 27 0 0,0 1 0 0 0,0 0 0 0 0,1 0-1 0 0,-1 0 1 0 0,0 0 0 0 0,0 0 0 0 0,1 0 0 0 0,-1 1 0 0 0,-4 0 0 0 0,-3 3 86 0 0,-1-1 0 0 0,1 2 1 0 0,-18 9-1 0 0,5 0-141 0 0,1 1-1 0 0,-30 24 0 0 0,41-29 7 0 0,1 0-1 0 0,-1 0 0 0 0,2 1 1 0 0,0 1-1 0 0,0 0 1 0 0,-7 13-1 0 0,15-23 7 0 0,0-1 0 0 0,0 1-1 0 0,0 0 1 0 0,0 0 0 0 0,1 0-1 0 0,-1 0 1 0 0,1 0 0 0 0,-1 0-1 0 0,1 0 1 0 0,0 0 0 0 0,-1 0-1 0 0,1 0 1 0 0,0 0 0 0 0,0 0-1 0 0,1 0 1 0 0,-1 0 0 0 0,0 0 0 0 0,2 3-1 0 0,-2-4 0 0 0,1 1 0 0 0,0-1 1 0 0,0 0-1 0 0,0 0 0 0 0,0 0 0 0 0,0 0 0 0 0,0 0 0 0 0,0 0 0 0 0,0-1 1 0 0,0 1-1 0 0,0 0 0 0 0,0 0 0 0 0,1-1 0 0 0,-1 1 0 0 0,0-1 0 0 0,0 1 1 0 0,1-1-1 0 0,-1 1 0 0 0,0-1 0 0 0,1 0 0 0 0,-1 0 0 0 0,0 0 0 0 0,1 0 1 0 0,-1 0-1 0 0,1 0 0 0 0,-1 0 0 0 0,3 0 0 0 0,16-4-19 0 0,0 0 0 0 0,0-1-1 0 0,0-1 1 0 0,21-9 0 0 0,-24 8 6 0 0,1 0 0 0 0,0 2 0 0 0,1 0 0 0 0,-1 1 0 0 0,24-2 1 0 0,-39 5 61 0 0,-1 1 1 0 0,1 0-1 0 0,-1 0 1 0 0,0 0-1 0 0,1 1 1 0 0,-1-1-1 0 0,0 1 1 0 0,1-1-1 0 0,-1 1 1 0 0,0 0-1 0 0,0 0 1 0 0,1 0-1 0 0,-1 0 1 0 0,0 0-1 0 0,0 0 1 0 0,0 0-1 0 0,0 1 1 0 0,0-1-1 0 0,1 3 1 0 0,-1-2 12 0 0,0 1 0 0 0,0-1 0 0 0,-1 1 0 0 0,1 0 0 0 0,-1 0 0 0 0,0 0 0 0 0,0 0 0 0 0,0 0 0 0 0,0 0 0 0 0,-1 0 0 0 0,1 0 1 0 0,0 5-1 0 0,-1 6-71 0 0,-1 0 1 0 0,0-1-1 0 0,-1 1 1 0 0,-1-1-1 0 0,-5 18 1 0 0,-6 17-3624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04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1 147 8287 0 0,'5'-6'160'0'0,"-4"3"-103"0"0,1 1 0 0 0,0 0 1 0 0,-1-1-1 0 0,1 1 0 0 0,0 0 1 0 0,1 0-1 0 0,-1 0 0 0 0,0 1 0 0 0,0-1 1 0 0,1 0-1 0 0,-1 1 0 0 0,6-3 0 0 0,-5 4 452 0 0,1 1-1 0 0,-1-1 1 0 0,1 1-1 0 0,-1-1 1 0 0,1 1 0 0 0,-1 0-1 0 0,0 0 1 0 0,1 0-1 0 0,3 3 1 0 0,-3-2-277 0 0,-1 0 0 0 0,0 1 0 0 0,1 0 0 0 0,-1 0 0 0 0,0-1 0 0 0,0 2 0 0 0,-1-1 0 0 0,1 0 0 0 0,-1 1 0 0 0,1-1 0 0 0,-1 1 0 0 0,0 0 0 0 0,0-1 0 0 0,-1 1 0 0 0,1 0 0 0 0,-1 0 0 0 0,0 0 0 0 0,1 9 0 0 0,1 6-141 0 0,-1 1 0 0 0,-1 33-1 0 0,-1-41-16 0 0,-3 19 145 0 0,3-31-91 0 0,3-15 453 0 0,8-17-392 0 0,1 0 0 0 0,2 1 0 0 0,0 0 0 0 0,3 1 0 0 0,0 1 0 0 0,2 1 0 0 0,26-31 0 0 0,-42 54-155 0 0,0 2-3 0 0,-1-1 0 0 0,1 1 0 0 0,0 0 0 0 0,-1 0 0 0 0,1 0 0 0 0,1 0 0 0 0,-1 1 0 0 0,0-1 0 0 0,1 1 0 0 0,-1 0 0 0 0,1 0 0 0 0,6-3 0 0 0,-10 5-28 0 0,1 0-1 0 0,0 0 0 0 0,-1 0 0 0 0,1 0 1 0 0,0 1-1 0 0,-1-1 0 0 0,1 0 0 0 0,0 0 1 0 0,-1 0-1 0 0,1 1 0 0 0,-1-1 0 0 0,1 0 1 0 0,0 1-1 0 0,-1-1 0 0 0,1 0 0 0 0,-1 1 1 0 0,1-1-1 0 0,-1 1 0 0 0,1-1 0 0 0,-1 1 1 0 0,1-1-1 0 0,-1 1 0 0 0,0-1 0 0 0,1 1 0 0 0,-1-1 1 0 0,0 1-1 0 0,1 0 0 0 0,-1-1 0 0 0,0 1 1 0 0,0 0-1 0 0,1 0 0 0 0,4 23 77 0 0,-4-21-72 0 0,8 99 149 0 0,-8-69 4 0 0,2 1-1 0 0,13 57 1 0 0,-14-82-141 0 0,1 0 0 0 0,0 0-1 0 0,0 0 1 0 0,1 0 0 0 0,1-1 0 0 0,-1 1 0 0 0,1-1-1 0 0,1 0 1 0 0,-1-1 0 0 0,1 1 0 0 0,1-1 0 0 0,-1-1 0 0 0,1 1-1 0 0,10 7 1 0 0,9 1-1552 0 0,3-4-6134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1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15663 0 0,'19'41'1315'0'0,"21"65"-1"0"0,1 42-701 0 0,-40-146-589 0 0,17 70 338 0 0,-4 1 0 0 0,-2 0 1 0 0,1 79-1 0 0,-12-97-289 0 0,-2 1-1 0 0,-3-1 1 0 0,-2 1-1 0 0,-24 94 1 0 0,-9-22-2132 0 0,26-95-4680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1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9671 0 0,'24'22'5282'0'0,"4"4"-4085"0"0,-2 1 0 0 0,0 2 0 0 0,33 47 0 0 0,-51-63-1125 0 0,-1-1 0 0 0,0 1 1 0 0,0 0-1 0 0,-2 0 0 0 0,0 1 0 0 0,0 0 0 0 0,-1 0 0 0 0,-1 0 1 0 0,0 0-1 0 0,-1 1 0 0 0,0-1 0 0 0,-2 22 0 0 0,-2-10 41 0 0,-10 42 0 0 0,10-49 748 0 0,5-21-596 0 0,3-4 24 0 0,363-368 497 0 0,-303 312-2003 0 0,-11 10-6641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2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34 330 16583 0 0,'6'3'659'0'0,"0"-1"0"0"0,0 0 0 0 0,0 0 1 0 0,0-1-1 0 0,1 1 0 0 0,10 0 0 0 0,40-2 163 0 0,-51 0-725 0 0,16-2 32 0 0,1 0-1 0 0,0-1 1 0 0,-1-1-1 0 0,0-1 0 0 0,0-2 1 0 0,22-8-1 0 0,-33 11-169 0 0,0-1 1 0 0,0-1-1 0 0,0 0 1 0 0,0 0 0 0 0,-1-1-1 0 0,0 0 1 0 0,-1-1-1 0 0,1 0 1 0 0,-1-1-1 0 0,-1 0 1 0 0,0 0-1 0 0,13-20 1 0 0,-19 25-125 0 0,1-1 0 0 0,-1 0 0 0 0,0 0 0 0 0,-1 0 0 0 0,1-1 0 0 0,-1 1 0 0 0,0 0 0 0 0,0-1 0 0 0,-1 1 0 0 0,1 0 1 0 0,-1-1-1 0 0,0 1 0 0 0,-1-1 0 0 0,1 1 0 0 0,-1 0 0 0 0,0-1 0 0 0,-1 1 0 0 0,1 0 0 0 0,-1 0 0 0 0,0 0 1 0 0,0 0-1 0 0,-6-8 0 0 0,5 8 180 0 0,0 0 0 0 0,0 1 1 0 0,-1-1-1 0 0,1 1 1 0 0,-1 0-1 0 0,0 0 0 0 0,0 0 1 0 0,-1 1-1 0 0,1-1 0 0 0,-1 1 1 0 0,0 0-1 0 0,0 1 1 0 0,0-1-1 0 0,0 1 0 0 0,0 0 1 0 0,-1 0-1 0 0,1 0 0 0 0,-1 1 1 0 0,1 0-1 0 0,-1 0 1 0 0,-9 0-1 0 0,1 1 107 0 0,-1 2 1 0 0,0 0-1 0 0,0 1 0 0 0,1 0 1 0 0,-1 1-1 0 0,1 0 0 0 0,0 2 1 0 0,0-1-1 0 0,1 2 1 0 0,0 0-1 0 0,-15 10 0 0 0,12-6-134 0 0,1 0 0 0 0,0 1-1 0 0,1 1 1 0 0,0 1 0 0 0,1 0-1 0 0,1 0 1 0 0,0 1 0 0 0,-12 21-1 0 0,19-28 106 0 0,0 1 1 0 0,1-1-1 0 0,0 1 0 0 0,0 0 0 0 0,1 0 0 0 0,0 0 1 0 0,1 1-1 0 0,0-1 0 0 0,1 0 0 0 0,0 1 1 0 0,0-1-1 0 0,1 1 0 0 0,0 0 0 0 0,1-1 0 0 0,0 1 1 0 0,0-1-1 0 0,1 1 0 0 0,0-1 0 0 0,1 0 1 0 0,0 0-1 0 0,0 0 0 0 0,6 11 0 0 0,-3-10-38 0 0,1 1 1 0 0,-1-1-1 0 0,2-1 0 0 0,-1 1 0 0 0,2-1 0 0 0,-1 0 0 0 0,1-1 1 0 0,0 0-1 0 0,1-1 0 0 0,-1 0 0 0 0,2 0 0 0 0,12 6 1 0 0,-10-6-35 0 0,1-1 0 0 0,0 0 0 0 0,1-1 0 0 0,-1-1 0 0 0,1 0 0 0 0,0-1 0 0 0,0-1 0 0 0,0 0 0 0 0,21 0 0 0 0,-26-3-60 0 0,0 0-1 0 0,0 0 1 0 0,0-1-1 0 0,0 0 0 0 0,0 0 1 0 0,-1-1-1 0 0,1-1 1 0 0,-1 0-1 0 0,1 0 1 0 0,12-8-1 0 0,-15 7-1255 0 0,0 0 0 0 0,0 0 1 0 0,-1-1-1 0 0,8-8 0 0 0,7-12-5820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5527 0 0,'8'2'4449'0'0,"-5"3"-3988"0"0,7 13 896 0 0,79 125 4795 0 0,-78-128-5650 0 0,1-1-1 0 0,0-1 1 0 0,0 0-1 0 0,1 0 0 0 0,1-1 1 0 0,0-1-1 0 0,20 12 1 0 0,-32-22-454 0 0,0 0 1 0 0,0 0-1 0 0,-1 0 1 0 0,1 0 0 0 0,0-1-1 0 0,0 1 1 0 0,0 0-1 0 0,0-1 1 0 0,0 0-1 0 0,0 0 1 0 0,1 1-1 0 0,-1-1 1 0 0,0 0-1 0 0,0 0 1 0 0,0-1 0 0 0,0 1-1 0 0,0 0 1 0 0,0-1-1 0 0,0 1 1 0 0,0-1-1 0 0,0 0 1 0 0,0 0-1 0 0,0 0 1 0 0,-1 0 0 0 0,1 0-1 0 0,0 0 1 0 0,0 0-1 0 0,-1 0 1 0 0,1-1-1 0 0,-1 1 1 0 0,1-1-1 0 0,-1 1 1 0 0,2-4-1 0 0,5-4 22 0 0,-2-1 0 0 0,0-1 0 0 0,0 1 0 0 0,7-19 0 0 0,-9 19-57 0 0,31-86-21 0 0,-26 67-1411 0 0,1 1 0 0 0,27-53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3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78 158 3223 0 0,'5'4'132'0'0,"0"-1"-1"0"0,0 0 0 0 0,0 0 0 0 0,1-1 0 0 0,-1 1 0 0 0,1-1 0 0 0,0-1 0 0 0,-1 1 0 0 0,1-1 1 0 0,0 0-1 0 0,11 1 0 0 0,-8-2 454 0 0,-1 0 1 0 0,1-1 0 0 0,0 0-1 0 0,-1 0 1 0 0,0-1 0 0 0,1 0-1 0 0,-1-1 1 0 0,0 0 0 0 0,0 0-1 0 0,0 0 1 0 0,10-8 0 0 0,-14 9-524 0 0,0 0 0 0 0,-1-1 1 0 0,0 0-1 0 0,1 1 0 0 0,-1-1 1 0 0,0-1-1 0 0,0 1 0 0 0,-1 0 1 0 0,1-1-1 0 0,-1 1 0 0 0,1-1 1 0 0,-1 0-1 0 0,0 0 0 0 0,-1 0 1 0 0,1 0-1 0 0,-1 0 1 0 0,1 0-1 0 0,-1 0 0 0 0,-1-1 1 0 0,1 1-1 0 0,0 0 0 0 0,-1 0 1 0 0,0-1-1 0 0,-1-6 0 0 0,1 8-79 0 0,0 1 0 0 0,0-1 0 0 0,-1 1 0 0 0,1-1 0 0 0,-1 1 0 0 0,0-1 0 0 0,0 1 0 0 0,0-1 0 0 0,0 1 0 0 0,0 0 0 0 0,0 0 0 0 0,-1 0 1 0 0,1-1-1 0 0,-1 1 0 0 0,1 0 0 0 0,-1 1 0 0 0,0-1 0 0 0,0 0 0 0 0,0 0 0 0 0,0 1 0 0 0,0-1 0 0 0,0 1 0 0 0,0 0 0 0 0,-1 0 0 0 0,1 0 0 0 0,0 0 0 0 0,-1 0 0 0 0,1 0 0 0 0,-1 0 0 0 0,1 1 0 0 0,-1-1 0 0 0,1 1 0 0 0,-1 0 0 0 0,1 0 0 0 0,-1 0 0 0 0,1 0 0 0 0,-1 0 0 0 0,1 0 0 0 0,-1 1 0 0 0,1-1 0 0 0,-5 2 0 0 0,-4 2 192 0 0,0 1-1 0 0,-1 0 1 0 0,2 0 0 0 0,-1 1-1 0 0,1 0 1 0 0,0 1 0 0 0,0 0-1 0 0,0 1 1 0 0,1 0 0 0 0,-12 14-1 0 0,8-7 290 0 0,0 1 0 0 0,1 0 0 0 0,1 1-1 0 0,0 0 1 0 0,-12 29 0 0 0,17-33-62 0 0,1 1 0 0 0,0 0 0 0 0,-3 15 0 0 0,8-26-301 0 0,-1 0-1 0 0,0 0 0 0 0,1 0 1 0 0,-1 0-1 0 0,1 0 0 0 0,0 0 1 0 0,0 0-1 0 0,0 0 0 0 0,1 0 1 0 0,-1 0-1 0 0,1 0 0 0 0,0 0 1 0 0,-1 0-1 0 0,1 0 0 0 0,0 0 1 0 0,1-1-1 0 0,-1 1 0 0 0,0 0 1 0 0,1-1-1 0 0,0 1 0 0 0,3 3 1 0 0,-4-5-57 0 0,1 0 0 0 0,-1 0 0 0 0,1 0 0 0 0,-1-1 0 0 0,1 1 1 0 0,0 0-1 0 0,-1-1 0 0 0,1 1 0 0 0,0-1 0 0 0,0 0 0 0 0,0 1 0 0 0,-1-1 0 0 0,1 0 1 0 0,0 0-1 0 0,0 0 0 0 0,0-1 0 0 0,-1 1 0 0 0,1 0 0 0 0,0-1 0 0 0,1 0 1 0 0,5-1 34 0 0,-1 0 0 0 0,0-1 0 0 0,9-5 1 0 0,5-4-6 0 0,-1-1 1 0 0,-1-1-1 0 0,24-23 1 0 0,30-20-399 0 0,-72 56 315 0 0,0 0 0 0 0,0 1-1 0 0,0-1 1 0 0,0 0 0 0 0,0 1-1 0 0,0-1 1 0 0,0 1-1 0 0,0 0 1 0 0,0-1 0 0 0,0 1-1 0 0,0 0 1 0 0,1 0 0 0 0,-1 0-1 0 0,0-1 1 0 0,0 1-1 0 0,0 0 1 0 0,0 1 0 0 0,0-1-1 0 0,0 0 1 0 0,0 0 0 0 0,1 0-1 0 0,0 1 1 0 0,0 0 13 0 0,-1 0 0 0 0,1 0 0 0 0,-1 0 0 0 0,0 0 1 0 0,1 0-1 0 0,-1 1 0 0 0,0-1 0 0 0,0 0 0 0 0,0 1 0 0 0,0-1 1 0 0,0 0-1 0 0,0 1 0 0 0,0 2 0 0 0,2 4 42 0 0,0 0 0 0 0,0 0 1 0 0,-1 0-1 0 0,1 17 0 0 0,1 30 89 0 0,0 4-769 0 0,3-20-5488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3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0 12439 0 0,'-1'94'6810'0'0,"-3"-1"-3587"0"0,-17 185-3039 0 0,14-192 595 0 0,3-38-700 0 0,4 58 0 0 0,1-88-394 0 0,1 0-1 0 0,0 0 1 0 0,2 0 0 0 0,0 0-1 0 0,1-1 1 0 0,10 24 0 0 0,0-12-7376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3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8751 0 0,'4'2'4386'0'0,"-4"-1"-4290"0"0,4 11 2688 0 0,2 13 61 0 0,-4-7-2511 0 0,0-4 98 0 0,1 0 1 0 0,0 1 0 0 0,0-1 0 0 0,9 19 0 0 0,-11-30-390 0 0,0-1 0 0 0,0 1 0 0 0,0-1 0 0 0,1 1 0 0 0,-1-1 0 0 0,1 0 0 0 0,-1 0 0 0 0,1 0 1 0 0,0 0-1 0 0,0 0 0 0 0,0 0 0 0 0,0 0 0 0 0,0-1 0 0 0,0 1 0 0 0,0-1 0 0 0,1 0 0 0 0,-1 1 0 0 0,1-1 0 0 0,-1 0 0 0 0,1 0 0 0 0,-1 0 0 0 0,1-1 1 0 0,-1 1-1 0 0,1-1 0 0 0,0 1 0 0 0,-1-1 0 0 0,1 0 0 0 0,0 0 0 0 0,-1 0 0 0 0,6-1 0 0 0,-2-1-103 0 0,-1 0 0 0 0,1 0 1 0 0,-1 0-1 0 0,1 0 0 0 0,-1-1 0 0 0,0 0 0 0 0,0 0 0 0 0,0-1 0 0 0,0 1 0 0 0,-1-1 1 0 0,1 0-1 0 0,-1-1 0 0 0,0 1 0 0 0,5-8 0 0 0,4-6-302 0 0,-1-1 0 0 0,15-29 0 0 0,-8 5-296 0 0,-14 30 563 0 0,0 0 0 0 0,1 1 1 0 0,15-22-1 0 0,-20 36 370 0 0,0 1 1 0 0,0-1-1 0 0,0 1 1 0 0,0-1-1 0 0,0 1 1 0 0,-1 0-1 0 0,2 5 1 0 0,1 21-301 0 0,0-3 508 0 0,1-1 0 0 0,1 1 1 0 0,14 44-1 0 0,-16-63-663 0 0,0 0-1 0 0,0-1 1 0 0,1 1-1 0 0,0-1 0 0 0,0 1 1 0 0,1-1-1 0 0,7 8 1 0 0,-8-11-312 0 0,0 1 1 0 0,0-1 0 0 0,0 0 0 0 0,1 0 0 0 0,-1-1 0 0 0,1 1 0 0 0,-1-1 0 0 0,1 0 0 0 0,0 0 0 0 0,0 0 0 0 0,10 1 0 0 0,3 0-6583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4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277 159 12895 0 0,'1'-5'400'0'0,"-1"0"0"0"0,0 0 0 0 0,-1 0 0 0 0,1 0-1 0 0,-1 0 1 0 0,0 0 0 0 0,0 0 0 0 0,-1 0 0 0 0,1 0 0 0 0,-6-9-1 0 0,0-1 694 0 0,-1 2 0 0 0,-10-16-1 0 0,16 26-1059 0 0,0 0-1 0 0,0 1 0 0 0,0-1 0 0 0,0 1 1 0 0,0-1-1 0 0,-1 1 0 0 0,1 0 1 0 0,-1 0-1 0 0,0 0 0 0 0,1 0 1 0 0,-1 0-1 0 0,0 1 0 0 0,0-1 0 0 0,0 1 1 0 0,-1 0-1 0 0,1 0 0 0 0,0 0 1 0 0,0 0-1 0 0,0 1 0 0 0,-1-1 1 0 0,1 1-1 0 0,0 0 0 0 0,-1 0 1 0 0,1 0-1 0 0,0 0 0 0 0,-1 0 0 0 0,1 1 1 0 0,0 0-1 0 0,-1 0 0 0 0,1 0 1 0 0,0 0-1 0 0,0 0 0 0 0,0 0 1 0 0,0 1-1 0 0,0-1 0 0 0,0 1 1 0 0,1 0-1 0 0,-5 4 0 0 0,-4 3-70 0 0,0 2 0 0 0,1-1 0 0 0,0 1 0 0 0,1 1 0 0 0,0 0 0 0 0,0 0 0 0 0,2 1 0 0 0,0 0 0 0 0,0 0 0 0 0,1 1 0 0 0,-6 20 0 0 0,11-31 59 0 0,0 1 1 0 0,0-1-1 0 0,0 1 0 0 0,1 0 0 0 0,-1-1 1 0 0,1 1-1 0 0,0 0 0 0 0,0-1 0 0 0,0 1 1 0 0,1 0-1 0 0,-1-1 0 0 0,1 1 0 0 0,0-1 1 0 0,0 1-1 0 0,3 6 0 0 0,-3-8-9 0 0,0 0 0 0 0,0 0 1 0 0,1 0-1 0 0,-1-1 0 0 0,0 1 0 0 0,1 0 0 0 0,0-1 0 0 0,-1 1 0 0 0,1-1 1 0 0,0 0-1 0 0,0 0 0 0 0,0 1 0 0 0,0-1 0 0 0,0 0 0 0 0,0-1 0 0 0,0 1 1 0 0,0 0-1 0 0,0 0 0 0 0,0-1 0 0 0,0 0 0 0 0,0 1 0 0 0,1-1 0 0 0,-1 0 1 0 0,0 0-1 0 0,0 0 0 0 0,0 0 0 0 0,4-1 0 0 0,48-10 134 0 0,-41 8-15 0 0,1 0-1 0 0,0 0 1 0 0,27 0 0 0 0,-36 3-110 0 0,-1 0 0 0 0,1 1 0 0 0,-1-1 0 0 0,0 1 0 0 0,1 0 0 0 0,-1 1 0 0 0,0-1 0 0 0,0 1 0 0 0,0-1 0 0 0,0 1 0 0 0,0 1 0 0 0,0-1 0 0 0,0 0 0 0 0,-1 1-1 0 0,1 0 1 0 0,5 6 0 0 0,-4-3 2 0 0,1 1 0 0 0,-2 0 0 0 0,1 1 0 0 0,-1-1 0 0 0,0 1 0 0 0,0 0 0 0 0,-1 0-1 0 0,0 0 1 0 0,0 0 0 0 0,2 17 0 0 0,1 0-175 0 0,-2-14-1136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4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96 3223 0 0,'2'-3'798'0'0,"1"1"0"0"0,0 0 0 0 0,0 0 0 0 0,1 0 0 0 0,-1 0 0 0 0,0 1 0 0 0,1-1 0 0 0,-1 1 0 0 0,6-2 0 0 0,37-5 8990 0 0,-25 4-10449 0 0,308-37 4314 0 0,-309 39-3744 0 0,-1 0 1 0 0,32-9-1 0 0,-29 4-245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4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7831 0 0,'6'5'8194'0'0,"7"11"-4402"0"0,6 16-3361 0 0,-1 1 1 0 0,-1 1 0 0 0,-2 0 0 0 0,-1 1-1 0 0,-2 1 1 0 0,-2 0 0 0 0,-1 1 0 0 0,8 73-1 0 0,-11-26-461 0 0,-4 1 0 0 0,-16 159 0 0 0,12-220-57 0 0,-2-2-267 0 0,2 1 0 0 0,1 0 0 0 0,0 0 0 0 0,2 0 0 0 0,4 23 0 0 0,0-26-7352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4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0 286 919 0 0,'48'-11'14501'0'0,"-1"-3"-8181"0"0,92-37-4914 0 0,-134 48-1401 0 0,21-7-9 0 0,39-22 0 0 0,-58 28-42 0 0,-1 0 0 0 0,0-1 0 0 0,0 1-1 0 0,0-1 1 0 0,0-1 0 0 0,-1 1 0 0 0,1-1 0 0 0,-1 0 0 0 0,-1 0-1 0 0,8-12 1 0 0,-10 15 16 0 0,-1 1-1 0 0,0 0 0 0 0,0-1 1 0 0,0 1-1 0 0,0-1 1 0 0,-1 0-1 0 0,1 1 1 0 0,-1-1-1 0 0,1 1 1 0 0,-1-1-1 0 0,0 0 0 0 0,0 1 1 0 0,0-1-1 0 0,0 0 1 0 0,-1 1-1 0 0,1-1 1 0 0,-1 0-1 0 0,1 1 0 0 0,-1-1 1 0 0,0 1-1 0 0,0-1 1 0 0,0 1-1 0 0,-1 0 1 0 0,-2-5-1 0 0,2 5 40 0 0,0-1 1 0 0,-1 1-1 0 0,1 0 0 0 0,-1 0 0 0 0,0 0 1 0 0,0 0-1 0 0,0 0 0 0 0,0 0 0 0 0,0 1 1 0 0,0 0-1 0 0,0-1 0 0 0,0 1 1 0 0,-1 0-1 0 0,1 1 0 0 0,0-1 0 0 0,-1 0 1 0 0,1 1-1 0 0,-7 0 0 0 0,-1 1 4 0 0,0 0-1 0 0,0 1 1 0 0,0 0-1 0 0,1 1 1 0 0,-1 0-1 0 0,1 0 0 0 0,-1 1 1 0 0,1 1-1 0 0,0 0 1 0 0,1 0-1 0 0,-1 1 1 0 0,1 0-1 0 0,0 1 1 0 0,-14 13-1 0 0,13-11 10 0 0,1 1 0 0 0,0 0 0 0 0,0 0-1 0 0,1 1 1 0 0,0 0 0 0 0,1 1-1 0 0,0 0 1 0 0,1 0 0 0 0,1 0 0 0 0,0 1-1 0 0,-6 22 1 0 0,10-30 38 0 0,0 0-1 0 0,0 0 1 0 0,1 0-1 0 0,-1 0 0 0 0,1 0 1 0 0,1 0-1 0 0,-1 0 1 0 0,1 0-1 0 0,0 0 1 0 0,0 0-1 0 0,0-1 1 0 0,1 1-1 0 0,-1 0 1 0 0,1 0-1 0 0,0-1 1 0 0,1 0-1 0 0,-1 1 1 0 0,5 5-1 0 0,-1-3 6 0 0,0-1 0 0 0,0 0 0 0 0,0-1 0 0 0,1 1 0 0 0,0-1 0 0 0,0 0 0 0 0,0-1 0 0 0,1 0 0 0 0,-1 0 0 0 0,10 3 0 0 0,4 0 69 0 0,0 0-1 0 0,0-2 1 0 0,0 0-1 0 0,0-1 1 0 0,32 1-1 0 0,28-6-1207 0 0,0-7-5158 0 0,-22-1-1428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7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17967 0 0,'16'-1'1543'0'0,"0"-1"0"0"0,22-4 0 0 0,0-1-1184 0 0,452-25-303 0 0,-399 29-559 0 0,-58 2-728 0 0,0 1-4085 0 0,-3 1-1550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8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8287 0 0,'4'16'9482'0'0,"5"0"-6525"0"0,-2-1-2510 0 0,6 16-400 0 0,-2 1 1 0 0,-2 0 0 0 0,-1 1-1 0 0,-1-1 1 0 0,-2 2 0 0 0,-1-1-1 0 0,-1 36 1 0 0,-4 18-1581 0 0,-21 131-1 0 0,20-205 1548 0 0,1 1-1 0 0,1-1 0 0 0,0 1 1 0 0,0-1-1 0 0,1 1 0 0 0,1-1 1 0 0,0 0-1 0 0,1 0 1 0 0,5 15-1 0 0,-6-24 97 0 0,0 1 1 0 0,0-1-1 0 0,0 1 0 0 0,0-1 1 0 0,1 1-1 0 0,0-1 1 0 0,0 0-1 0 0,0-1 0 0 0,0 1 1 0 0,1 0-1 0 0,-1-1 0 0 0,1 0 1 0 0,0 0-1 0 0,0 0 0 0 0,0 0 1 0 0,0 0-1 0 0,1-1 1 0 0,-1 0-1 0 0,1 0 0 0 0,0 0 1 0 0,-1-1-1 0 0,1 1 0 0 0,0-1 1 0 0,0 0-1 0 0,0 0 0 0 0,0-1 1 0 0,8 0-1 0 0,50-3 255 0 0,-1-3 0 0 0,97-22 0 0 0,-34 4-6952 0 0,-85 18-385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9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16127 0 0,'6'5'4859'0'0,"7"10"-4028"0"0,-4-3-770 0 0,-1 1 0 0 0,0 0 0 0 0,-1 0 1 0 0,0 1-1 0 0,7 23 0 0 0,17 78-169 0 0,-23-82 62 0 0,17 72-1028 0 0,-4 0 1 0 0,-5 2-1 0 0,4 170 0 0 0,-27-288-781 0 0,-2-11 1446 0 0,-5-27 497 0 0,2-1 0 0 0,3 0-1 0 0,1-1 1 0 0,-1-80 0 0 0,9 97 774 0 0,1 1 0 0 0,2 0 0 0 0,2-1 0 0 0,8-34 0 0 0,-8 49-621 0 0,1 1 1 0 0,0 0 0 0 0,1 0 0 0 0,1 0-1 0 0,1 1 1 0 0,1 1 0 0 0,0-1-1 0 0,19-21 1 0 0,-22 30-226 0 0,1 0-1 0 0,0 1 0 0 0,1 0 1 0 0,0 1-1 0 0,0 0 0 0 0,0 0 1 0 0,1 1-1 0 0,0 1 0 0 0,0-1 1 0 0,0 1-1 0 0,1 1 1 0 0,-1 0-1 0 0,1 1 0 0 0,0 0 1 0 0,-1 0-1 0 0,1 1 0 0 0,15 0 1 0 0,-12 1 1 0 0,-1 1 1 0 0,1 0 0 0 0,-1 1-1 0 0,0 0 1 0 0,1 1 0 0 0,-1 1-1 0 0,0 0 1 0 0,-1 1 0 0 0,1 0-1 0 0,-1 1 1 0 0,0 0 0 0 0,0 1-1 0 0,17 13 1 0 0,-24-16-16 0 0,-1 0 0 0 0,0 0 0 0 0,0 0 0 0 0,0 0 0 0 0,-1 1 0 0 0,0-1 0 0 0,1 1 0 0 0,-1 0 0 0 0,-1 0 0 0 0,1 1 0 0 0,-1-1 0 0 0,2 7 0 0 0,-3-9-8 0 0,0 1 0 0 0,-1 0 0 0 0,1-1 0 0 0,-1 1 0 0 0,0 0 1 0 0,0 0-1 0 0,0-1 0 0 0,-1 1 0 0 0,1 0 0 0 0,-1-1 0 0 0,0 1 0 0 0,0 0 0 0 0,0-1 0 0 0,-1 1 1 0 0,1-1-1 0 0,-1 1 0 0 0,1-1 0 0 0,-1 0 0 0 0,-4 5 0 0 0,0-1-47 0 0,0 0-1 0 0,-1-1 1 0 0,0 0 0 0 0,0 0-1 0 0,0 0 1 0 0,-16 9 0 0 0,-54 21-366 0 0,53-25 254 0 0,-33 13-170 0 0,-114 34-1 0 0,167-57 358 0 0,2 0 28 0 0,0-1 0 0 0,-1 1 0 0 0,1-1 0 0 0,0 1 0 0 0,0 0 1 0 0,0 0-1 0 0,-4 2 0 0 0,6-2 28 0 0,0 0-1 0 0,1 0 1 0 0,-1 0 0 0 0,1 0-1 0 0,-1 0 1 0 0,1 0 0 0 0,0-1-1 0 0,-1 1 1 0 0,1 0 0 0 0,0 0-1 0 0,0-1 1 0 0,-1 1 0 0 0,1-1-1 0 0,0 1 1 0 0,1 0 0 0 0,-2-1-32 0 0,213 186 700 0 0,-148-125-636 0 0,-40-38-1112 0 0,1-1 1 0 0,57 36-1 0 0,-61-47-6529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9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21191 0 0,'0'3'2072'0'0,"0"-2"-1848"0"0,1-1-224 0 0,1 1 0 0 0,-1-1 0 0 0,1 0-96 0 0,0-1-72 0 0,2 0-16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9.7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 21655 0 0,'0'0'1664'0'0,"17"0"-944"0"0,194-3-334 0 0,0-18-1039 0 0,-189 18 164 0 0,59-13-302 0 0,-70 13-306 0 0,-1 0 0 0 0,0-1 0 0 0,1 0 0 0 0,-1-1 0 0 0,12-7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19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 7367 0 0,'-7'16'1028'0'0,"1"2"-1"0"0,0-1 0 0 0,-5 36 1 0 0,-2 55 4881 0 0,11-88-5656 0 0,-3 38 2207 0 0,4 76 1 0 0,3-108-2390 0 0,0 0 0 0 0,2-1 0 0 0,1 1 0 0 0,1-1 0 0 0,13 34 0 0 0,-10-38-474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0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23959 0 0,'2'2'2336'0'0,"-2"0"-2080"0"0,1 1-256 0 0,1 1 0 0 0,0-2 0 0 0,1 1-408 0 0,-1 1-136 0 0,0 7-24 0 0,2-1-8 0 0,-3 4 448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0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20735 0 0,'0'-8'2552'0'0,"3"18"-1861"0"0,6 204-1774 0 0,-8-115 627 0 0,0-21 94 0 0,-2-30 216 0 0,11 88 1 0 0,-10-134 147 0 0,7 28-24 0 0,-7-29 29 0 0,1 1 1 0 0,0 0 0 0 0,-1 0 0 0 0,1 0 0 0 0,0 0 0 0 0,0-1-1 0 0,0 1 1 0 0,0 0 0 0 0,1-1 0 0 0,-1 1 0 0 0,0-1-1 0 0,3 2 1 0 0,-4-2 0 0 0,1-1-1 0 0,-1 0 1 0 0,1 0 0 0 0,-1 0-1 0 0,1 1 1 0 0,-1-1 0 0 0,1 0-1 0 0,0 0 1 0 0,-1 0 0 0 0,1 0-1 0 0,-1 0 1 0 0,1 0-1 0 0,-1 0 1 0 0,1 0 0 0 0,0 0-1 0 0,-1-1 1 0 0,1 1 0 0 0,-1 0-1 0 0,1 0 1 0 0,-1 0 0 0 0,1-1-1 0 0,-1 1 1 0 0,1 0 0 0 0,-1-1-1 0 0,1 1 1 0 0,-1 0-1 0 0,0-1 1 0 0,1 1 0 0 0,-1 0-1 0 0,1-1 1 0 0,-1 1 0 0 0,1-1-1 0 0,12-17 201 0 0,-12 16-176 0 0,25-44-77 0 0,-2 0-1 0 0,21-62 1 0 0,18-34-2131 0 0,-61 138 2051 0 0,12-21-540 0 0,-13 23 661 0 0,0 1 1 0 0,-1 0-1 0 0,1 0 0 0 0,0 0 1 0 0,0 0-1 0 0,0 0 0 0 0,0 0 0 0 0,0 0 1 0 0,0 0-1 0 0,1 0 0 0 0,-1 0 1 0 0,0 1-1 0 0,0-1 0 0 0,1 0 1 0 0,1 0-1 0 0,-2 1 28 0 0,0 0 0 0 0,0 0 0 0 0,-1 0 0 0 0,1 1 0 0 0,0-1 0 0 0,0 0 0 0 0,-1 0 0 0 0,1 1 0 0 0,0-1 0 0 0,-1 0 0 0 0,1 1 0 0 0,0-1 0 0 0,-1 1 0 0 0,1-1 0 0 0,-1 1 0 0 0,1-1 0 0 0,-1 1 0 0 0,1-1 0 0 0,-1 1 0 0 0,1 0 0 0 0,-1-1 0 0 0,1 1 0 0 0,-1 0 0 0 0,0-1 0 0 0,0 1 0 0 0,1 0 0 0 0,-1 0 0 0 0,0 0 0 0 0,7 25 297 0 0,-6-22-334 0 0,5 30 13 0 0,1 44 0 0 0,1 11 58 0 0,-6-75 170 0 0,1 0 0 0 0,1-1 0 0 0,-1 0 0 0 0,9 18 1 0 0,-10-27-106 0 0,-1-1 1 0 0,1 0 0 0 0,0 0 0 0 0,-1 0 0 0 0,1-1 0 0 0,1 1 0 0 0,-1 0 0 0 0,0-1 0 0 0,1 1 0 0 0,-1-1 0 0 0,1 0 0 0 0,0 0 0 0 0,-1 0 0 0 0,7 3 0 0 0,-7-4-55 0 0,0 0 0 0 0,1-1 0 0 0,-1 1 1 0 0,0-1-1 0 0,0 0 0 0 0,1 1 0 0 0,-1-1 0 0 0,0 0 0 0 0,1-1 0 0 0,-1 1 0 0 0,0 0 1 0 0,1-1-1 0 0,-1 1 0 0 0,0-1 0 0 0,0 0 0 0 0,0 1 0 0 0,1-1 0 0 0,-1 0 0 0 0,0 0 1 0 0,0-1-1 0 0,0 1 0 0 0,-1 0 0 0 0,4-3 0 0 0,9-8 139 0 0,-1 0 0 0 0,0-1 0 0 0,0-1 0 0 0,13-20 0 0 0,-7 6-202 0 0,23-45 0 0 0,-21 29-556 0 0,-3-1 1 0 0,23-85-1 0 0,-34 104 83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1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20735 0 0,'2'14'1840'0'0,"-4"-2"-1472"0"0,1 0-296 0 0,1-1-72 0 0,1-4 312 0 0,1-3 40 0 0,0 2 16 0 0,0 4 0 0 0,1 5-600 0 0,-1 3-120 0 0,1 1-32 0 0,1-4 0 0 0,-1-5 272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1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17047 0 0,'2'3'1050'0'0,"1"0"-1"0"0,0 1 1 0 0,-1-1-1 0 0,4 8 1 0 0,12 32 126 0 0,-17-38-1133 0 0,5 14-73 0 0,0 1 0 0 0,-2 0 1 0 0,0 1-1 0 0,-2-1 0 0 0,1 28 1 0 0,-4 1-2572 0 0,-7 55 1 0 0,4-70-4144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1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1 321 6735 0 0,'3'8'59'0'0,"-3"-7"-9"0"0,1 1-1 0 0,0-1 1 0 0,-1 1 0 0 0,0-1-1 0 0,1 1 1 0 0,-1-1-1 0 0,0 1 1 0 0,1 2 0 0 0,1-3 380 0 0,0-1 1 0 0,0 0 0 0 0,0 0-1 0 0,0 0 1 0 0,0 0 0 0 0,0 0-1 0 0,0 0 1 0 0,0 0 0 0 0,4-2-1 0 0,8-2 2959 0 0,21-11 0 0 0,13-11-332 0 0,41-35-1692 0 0,-78 52-1116 0 0,111-84 20 0 0,-99 74-1015 0 0,-2-2 1 0 0,0 0-1 0 0,20-27 0 0 0,-21 22-6601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1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 12439 0 0,'-5'2'3846'0'0,"5"-1"-3759"0"0,-4 11 2002 0 0,-2 16-353 0 0,5-25-1494 0 0,-13 84 1113 0 0,3 0-1 0 0,3 1 0 0 0,6 97 1 0 0,12-36-3200 0 0,10 0-3934 0 0,-12-105-2055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1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8 14279 0 0,'1'-2'5064'0'0,"-4"-4"-3800"0"0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22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16127 0 0,'20'50'7155'0'0,"3"30"-7442"0"0,-15-46 779 0 0,34 129-524 0 0,28 221 0 0 0,-62-267-441 0 0,-4-43-1822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5:16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590 323 4607 0 0,'9'-138'2143'0'0,"-9"111"-392"0"0,-1 0 1 0 0,-9-54 0 0 0,9 77-1571 0 0,1 1 1 0 0,-1-1-1 0 0,0 1 1 0 0,-1-1-1 0 0,1 1 1 0 0,0 0 0 0 0,-1 0-1 0 0,0 0 1 0 0,0-1-1 0 0,-3-2 1 0 0,4 5-132 0 0,0 0 1 0 0,0 0-1 0 0,0 0 1 0 0,0 0-1 0 0,0 1 1 0 0,0-1-1 0 0,-1 0 1 0 0,1 1-1 0 0,0-1 1 0 0,0 1-1 0 0,-1 0 1 0 0,1-1-1 0 0,0 1 1 0 0,-1 0-1 0 0,1 0 1 0 0,0-1-1 0 0,-1 1 1 0 0,1 0-1 0 0,-1 0 1 0 0,1 1-1 0 0,0-1 1 0 0,-1 0-1 0 0,1 0 1 0 0,0 1-1 0 0,-1-1 1 0 0,1 1-1 0 0,0-1 1 0 0,0 1-1 0 0,-2 0 1 0 0,-8 5 6 0 0,0 1 0 0 0,0 0 0 0 0,1 0 0 0 0,-1 1 1 0 0,2 1-1 0 0,-14 14 0 0 0,-48 63-347 0 0,66-80 294 0 0,-19 26-225 0 0,1 1 1 0 0,1 1-1 0 0,2 1 0 0 0,-19 47 0 0 0,31-62 116 0 0,1 1-1 0 0,1 1 0 0 0,1-1 1 0 0,0 1-1 0 0,2 0 1 0 0,0 0-1 0 0,2 0 0 0 0,0 0 1 0 0,4 30-1 0 0,0-29 147 0 0,1 1 0 0 0,2 0 0 0 0,14 39 0 0 0,38 64 155 0 0,-47-106-9 0 0,-1 0 0 0 0,0 1-1 0 0,-2 1 1 0 0,7 28-1 0 0,-13-44-97 0 0,-1 0-1 0 0,0 0 0 0 0,0 0 0 0 0,0 0 0 0 0,-1 0 0 0 0,-1 0 0 0 0,1 0 1 0 0,-1 0-1 0 0,0 0 0 0 0,0 0 0 0 0,-1-1 0 0 0,0 1 0 0 0,0 0 1 0 0,-1-1-1 0 0,0 1 0 0 0,0-1 0 0 0,0 0 0 0 0,-9 11 0 0 0,-3-1-1 0 0,-1 0 0 0 0,-1-2 0 0 0,0 0 0 0 0,-1-1 0 0 0,-28 16 0 0 0,-32 24-245 0 0,68-45 122 0 0,-48 41-513 0 0,52-43 341 0 0,1 0-1 0 0,0 0 1 0 0,0 0-1 0 0,0 1 1 0 0,1-1-1 0 0,0 1 0 0 0,-4 9 1 0 0,7-13 135 0 0,0-1 1 0 0,0 1-1 0 0,1-1 1 0 0,-1 1-1 0 0,1-1 1 0 0,0 1-1 0 0,0-1 1 0 0,0 1-1 0 0,0-1 0 0 0,0 1 1 0 0,0-1-1 0 0,1 1 1 0 0,-1-1-1 0 0,1 1 1 0 0,-1-1-1 0 0,1 1 1 0 0,0-1-1 0 0,0 1 0 0 0,1-1 1 0 0,-1 0-1 0 0,0 0 1 0 0,1 0-1 0 0,-1 0 1 0 0,1 0-1 0 0,0 0 1 0 0,-1 0-1 0 0,1 0 1 0 0,2 1-1 0 0,7 5 162 0 0,0 0 1 0 0,0 0-1 0 0,0-2 0 0 0,16 8 0 0 0,-14-8 188 0 0,12 7 419 0 0,0 1 0 0 0,-2 1 0 0 0,1 1 0 0 0,36 35 0 0 0,-48-39-358 0 0,0 1 0 0 0,-1 0 0 0 0,0 1 1 0 0,-1 0-1 0 0,-1 1 0 0 0,0 0 0 0 0,-1 0 1 0 0,-1 1-1 0 0,6 18 0 0 0,-3 1-31 0 0,-1 1-1 0 0,-2-1 0 0 0,-2 1 1 0 0,-1 0-1 0 0,-2 1 0 0 0,-4 66 1 0 0,-7-12 100 0 0,-32 136 1 0 0,30-179-312 0 0,3 1 0 0 0,-3 63-1 0 0,11-86-277 0 0,0-1-1 0 0,2 0 0 0 0,1 1 0 0 0,1-1 1 0 0,1 0-1 0 0,10 30 0 0 0,5-3-5162 0 0,6-1-1814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9:20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734 17 15199 0 0,'-2'-14'5780'0'0,"2"14"-5743"0"0,0-1 0 0 0,-1 1 0 0 0,1 0 0 0 0,0 0 0 0 0,0 0 0 0 0,0 0-1 0 0,0 0 1 0 0,0-1 0 0 0,0 1 0 0 0,0 0 0 0 0,-1 0 0 0 0,1 0 0 0 0,0 0 0 0 0,0 0-1 0 0,0 0 1 0 0,0 0 0 0 0,-1 0 0 0 0,1-1 0 0 0,0 1 0 0 0,0 0 0 0 0,0 0-1 0 0,0 0 1 0 0,-1 0 0 0 0,1 0 0 0 0,0 0 0 0 0,0 0 0 0 0,0 0 0 0 0,0 0 0 0 0,-1 0-1 0 0,1 0 1 0 0,0 0 0 0 0,0 0 0 0 0,0 1 0 0 0,0-1 0 0 0,-1 0 0 0 0,1 0 0 0 0,-2 2-223 0 0,-1-1 0 0 0,1 1 1 0 0,0 0-1 0 0,0 0 1 0 0,0 0-1 0 0,-2 4 1 0 0,2-3 395 0 0,-96 127-2704 0 0,29-36 1478 0 0,-416 484-755 0 0,470-563 2185 0 0,1 1-1 0 0,-12 18 1 0 0,50-41 1714 0 0,37-14-1239 0 0,86-18-1 0 0,66-1-577 0 0,109-4-32 0 0,25-4 594 0 0,-336 46-834 0 0,37-9 136 0 0,-44 11-162 0 0,-1-1 1 0 0,0 0 0 0 0,0-1 0 0 0,0 1 0 0 0,0-1-1 0 0,0 1 1 0 0,0-1 0 0 0,-1 0 0 0 0,1 0-1 0 0,-1 0 1 0 0,5-4 0 0 0,-6 5-13 0 0,-1 0 0 0 0,0 0 0 0 0,1 0 1 0 0,-1 0-1 0 0,0-1 0 0 0,0 1 0 0 0,1 0 1 0 0,-1 0-1 0 0,0 0 0 0 0,0 0 0 0 0,0 0 0 0 0,0 0 1 0 0,-1 0-1 0 0,1 0 0 0 0,0-1 0 0 0,0 1 1 0 0,-1 0-1 0 0,1 0 0 0 0,0 0 0 0 0,-1 0 0 0 0,1 0 1 0 0,-1 0-1 0 0,1 0 0 0 0,-1 0 0 0 0,0 1 0 0 0,0-2 1 0 0,-22-24 18 0 0,21 24-20 0 0,-18-16 0 0 0,0 1 0 0 0,-41-27 0 0 0,-52-22 0 0 0,94 55 0 0 0,4 3 0 0 0,-230-121-79 0 0,190 103 55 0 0,-2 3-1 0 0,-89-25 1 0 0,114 40 24 0 0,-44-5 0 0 0,63 12 0 0 0,0 0 0 0 0,0 1 0 0 0,0 0 0 0 0,0 1 0 0 0,0 1 0 0 0,-19 4 0 0 0,30-6-11 0 0,0 1-1 0 0,0 0 1 0 0,-1-1-1 0 0,1 1 1 0 0,0 0 0 0 0,0 0-1 0 0,0 0 1 0 0,0 1-1 0 0,0-1 1 0 0,0 0 0 0 0,0 1-1 0 0,1-1 1 0 0,-1 1-1 0 0,0 0 1 0 0,1-1 0 0 0,-1 1-1 0 0,1 0 1 0 0,0 0-1 0 0,0 0 1 0 0,0 0-1 0 0,0 0 1 0 0,0 0 0 0 0,-1 3-1 0 0,1-1-36 0 0,1 1-1 0 0,-1-1 0 0 0,1 0 0 0 0,0 1 1 0 0,0-1-1 0 0,1 0 0 0 0,-1 0 0 0 0,1 1 1 0 0,0-1-1 0 0,0 0 0 0 0,4 8 0 0 0,4 11-150 0 0,2-1 0 0 0,1 0 0 0 0,28 40 0 0 0,55 54-120 0 0,93 79-131 0 0,14-12 43 0 0,-139-127 338 0 0,-15-12 304 0 0,2-3 0 0 0,73 48 1 0 0,-116-85-116 0 0,-1 0 59 0 0,0-1 0 0 0,0 1 1 0 0,0-1-1 0 0,0 0 0 0 0,1-1 1 0 0,-1 0-1 0 0,7 2 0 0 0,-12-4-152 0 0,-1 0 0 0 0,1 0-1 0 0,-1 0 1 0 0,0 0 0 0 0,1 0-1 0 0,-1 0 1 0 0,1 0 0 0 0,-1-1-1 0 0,0 1 1 0 0,1 0 0 0 0,-1 0-1 0 0,0 0 1 0 0,1 0 0 0 0,-1-1-1 0 0,1 1 1 0 0,-1 0 0 0 0,0 0-1 0 0,0-1 1 0 0,1 1 0 0 0,-1 0-1 0 0,0-1 1 0 0,1 1 0 0 0,-1 0-1 0 0,0-1 1 0 0,0 1 0 0 0,0 0-1 0 0,1-1 1 0 0,-1 1 0 0 0,0-1-1 0 0,0 1 1 0 0,0 0 0 0 0,0-1-1 0 0,0 1 1 0 0,0-1 0 0 0,0 1-1 0 0,0 0 1 0 0,0-1 0 0 0,0 1-1 0 0,0-1 1 0 0,0 1 0 0 0,0 0-1 0 0,0-1 1 0 0,0 0 0 0 0,-5-21 340 0 0,4 19-241 0 0,-49-163 1736 0 0,-13-56-1099 0 0,5-176-2188 0 0,41 249-5854 0 0,8 74-389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37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10 15663 0 0,'-2'-2'1392'0'0,"0"-1"-1112"0"0,2 2-280 0 0,-12-2-3744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38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152 59 18887 0 0,'-10'-3'832'0'0,"2"1"184"0"0,-1 0-816 0 0,4 1-200 0 0,1-1 0 0 0,2 1 0 0 0,-2-1 216 0 0,-4 0 0 0 0,-2-3 0 0 0,-6-3 0 0 0,-2 0-856 0 0,-2 0-160 0 0,1 2-40 0 0,0-2-8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38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234 10 19807 0 0,'-22'-1'880'0'0,"6"0"176"0"0,0 0-840 0 0,5 1-216 0 0,6 0 0 0 0,2 0 0 0 0,-2-2 200 0 0,-5 1 0 0 0,-6 0 0 0 0,-6 0 0 0 0,-3 0-376 0 0,0 3-80 0 0,-4 4-8 0 0,1-1-8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53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1556 19351 0 0,'0'0'147'0'0,"1"0"1"0"0,0 0-1 0 0,-1 1 0 0 0,1-1 0 0 0,0 0 0 0 0,-1 0 0 0 0,1 0 1 0 0,0 0-1 0 0,-1 0 0 0 0,1 0 0 0 0,0 0 0 0 0,-1 0 0 0 0,1 0 1 0 0,-1 0-1 0 0,1-1 0 0 0,0 1 0 0 0,-1 0 0 0 0,1 0 1 0 0,0-1-1 0 0,-1 1 0 0 0,1 0 0 0 0,-1-1 0 0 0,1 1 0 0 0,0-1 1 0 0,18-12 44 0 0,-15 10 41 0 0,20-15-72 0 0,-1-1 0 0 0,-1-1-1 0 0,-1-1 1 0 0,32-42-1 0 0,63-106-67 0 0,-90 129-154 0 0,438-586-2006 0 0,-284 423 1445 0 0,29-35 1326 0 0,-209 237-685 0 0,19-27 431 0 0,-18 27-428 0 0,-1 0 1 0 0,1 0-1 0 0,-1 0 0 0 0,1 0 1 0 0,-1 0-1 0 0,1 0 1 0 0,-1 0-1 0 0,0 0 0 0 0,1 0 1 0 0,-1 0-1 0 0,0 0 0 0 0,0 0 1 0 0,0 0-1 0 0,0 0 0 0 0,0 0 1 0 0,0 0-1 0 0,0 0 1 0 0,0-1-1 0 0,0 1 0 0 0,0 0 1 0 0,-1 0-1 0 0,1 0 0 0 0,0 0 1 0 0,-1 0-1 0 0,0-1 0 0 0,0 1-12 0 0,-1 0-1 0 0,1 0 1 0 0,0 1-1 0 0,-1-1 1 0 0,1 0-1 0 0,-1 1 1 0 0,1 0-1 0 0,0-1 0 0 0,-1 1 1 0 0,1 0-1 0 0,-1 0 1 0 0,0-1-1 0 0,1 1 1 0 0,-1 0-1 0 0,-2 1 0 0 0,-26 4 132 0 0,25-4-134 0 0,-22 5-37 0 0,0 1 1 0 0,1 2-1 0 0,0 1 0 0 0,1 0 1 0 0,-28 17-1 0 0,-116 81-212 0 0,121-77 222 0 0,-48 37 4 0 0,37-26-8 0 0,-78 43 0 0 0,126-78 23 0 0,-2 0 0 0 0,22-15 14 0 0,99-70 179 0 0,19-16-64 0 0,-40 20-54 0 0,36-30 38 0 0,-93 81 41 0 0,1 2 0 0 0,42-22 0 0 0,-62 37-97 0 0,1 0 0 0 0,0 1-1 0 0,0 1 1 0 0,0 0 0 0 0,0 1-1 0 0,17-2 1 0 0,-24 4-46 0 0,-1 1 1 0 0,1-1-1 0 0,0 1 0 0 0,0 0 0 0 0,0 1 0 0 0,-1-1 1 0 0,1 1-1 0 0,0 0 0 0 0,0 0 0 0 0,-1 1 1 0 0,1 0-1 0 0,-1-1 0 0 0,0 1 0 0 0,1 1 1 0 0,-1-1-1 0 0,0 1 0 0 0,0-1 0 0 0,0 1 1 0 0,5 6-1 0 0,0 1 14 0 0,0 2 0 0 0,0-1 1 0 0,-1 1-1 0 0,-1 1 0 0 0,0-1 1 0 0,-1 1-1 0 0,0 0 0 0 0,3 14 1 0 0,4 15-7 0 0,8 56 1 0 0,-13-44-73 0 0,-2 0 1 0 0,-3 1 0 0 0,-6 94-1 0 0,-35 161-2535 0 0,23-208 269 0 0,8-51-4944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39.6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488 118 4143 0 0,'6'-14'-1040'0'0,"-1"4"2873"0"0,-1-1 0 0 0,0 1 0 0 0,-1 0 1 0 0,0-1-1 0 0,-1 0 0 0 0,2-13 0 0 0,-4 23-1769 0 0,0 0 0 0 0,0 1 0 0 0,0-1 0 0 0,0 0-1 0 0,0 1 1 0 0,-1-1 0 0 0,1 0 0 0 0,0 1 0 0 0,0-1-1 0 0,-1 0 1 0 0,1 1 0 0 0,0-1 0 0 0,-1 1 0 0 0,1-1-1 0 0,0 0 1 0 0,-1 1 0 0 0,1-1 0 0 0,-1 1 0 0 0,1-1 0 0 0,-1 1-1 0 0,1 0 1 0 0,-1-1 0 0 0,1 1 0 0 0,-1-1 0 0 0,0 1-1 0 0,1 0 1 0 0,-1 0 0 0 0,1-1 0 0 0,-1 1 0 0 0,0 0-1 0 0,1 0 1 0 0,-1 0 0 0 0,0-1 0 0 0,1 1 0 0 0,-1 0 0 0 0,0 0-1 0 0,1 0 1 0 0,-1 0 0 0 0,0 1 0 0 0,1-1 0 0 0,-1 0-1 0 0,0 0 1 0 0,1 0 0 0 0,-1 0 0 0 0,0 1 0 0 0,-5 0 108 0 0,0 1 0 0 0,1 0 0 0 0,-11 4 0 0 0,-8 7-123 0 0,0 0-1 0 0,1 2 1 0 0,0 1-1 0 0,-26 23 0 0 0,20-12-197 0 0,0 1-1 0 0,-32 43 1 0 0,44-48 68 0 0,0 0 1 0 0,2 1-1 0 0,0 1 1 0 0,2 0-1 0 0,-12 31 1 0 0,20-41-8 0 0,0 0 0 0 0,1 1 0 0 0,1 0 0 0 0,0-1 0 0 0,1 1 0 0 0,0 0 0 0 0,2 0 0 0 0,0 0 0 0 0,1 0 0 0 0,4 27 0 0 0,-1-26 27 0 0,1 0 0 0 0,0 0 1 0 0,2 0-1 0 0,0 0 0 0 0,12 19 1 0 0,53 74-583 0 0,1 2 13 0 0,-65-97 583 0 0,0 1 0 0 0,-1 0 0 0 0,-1 0 0 0 0,0 1 0 0 0,5 28 0 0 0,-9-37 60 0 0,-2 0-1 0 0,1 0 0 0 0,-1 1 0 0 0,0-1 1 0 0,0 0-1 0 0,-1 0 0 0 0,0 0 1 0 0,-1 1-1 0 0,0-1 0 0 0,0 0 0 0 0,-1-1 1 0 0,0 1-1 0 0,-7 13 0 0 0,1-6 17 0 0,-1-1 0 0 0,0 0-1 0 0,-1 0 1 0 0,0-1 0 0 0,-21 17-1 0 0,-56 41-136 0 0,59-49-194 0 0,-53 50 0 0 0,80-70 290 0 0,1-1-1 0 0,-1 1 1 0 0,1-1 0 0 0,0 1-1 0 0,0-1 1 0 0,0 1-1 0 0,0 0 1 0 0,0 0 0 0 0,0 0-1 0 0,0 0 1 0 0,0 0 0 0 0,1-1-1 0 0,-1 1 1 0 0,1 0-1 0 0,-1 1 1 0 0,1-1 0 0 0,0 0-1 0 0,0 0 1 0 0,0 3-1 0 0,1-1-48 0 0,0-1 0 0 0,0 0 0 0 0,0 0 0 0 0,1 0 0 0 0,-1 0 0 0 0,1 0 0 0 0,0 0-1 0 0,0 0 1 0 0,0 0 0 0 0,0-1 0 0 0,4 4 0 0 0,6 5 16 0 0,0-1 0 0 0,1 0 1 0 0,0 0-1 0 0,25 12 0 0 0,-21-13-40 0 0,-1 1 1 0 0,27 22-1 0 0,-38-28 75 0 0,-1 0 1 0 0,1 1-1 0 0,-1 0 1 0 0,0 0-1 0 0,-1 0 0 0 0,1 0 1 0 0,-1 0-1 0 0,0 1 1 0 0,-1-1-1 0 0,1 1 0 0 0,-1 0 1 0 0,3 10-1 0 0,-2 2 0 0 0,-1 0 0 0 0,0 1 1 0 0,-1-1-1 0 0,-3 32 0 0 0,-14 75-78 0 0,9-85 65 0 0,-22 121-191 0 0,9-65 558 0 0,-7 125 0 0 0,25-192 246 0 0,2 0 0 0 0,0 0 0 0 0,3 0 0 0 0,0 0 1 0 0,2 0-1 0 0,1 0 0 0 0,1-1 0 0 0,19 48 1 0 0,-21-63-395 0 0,2-1 0 0 0,0 1 0 0 0,0-1 0 0 0,1 0 0 0 0,0-1 0 0 0,1 0 0 0 0,15 14 1 0 0,-18-19-250 0 0,1 0 0 0 0,0-1 0 0 0,1 0 0 0 0,-1 0 0 0 0,1-1 0 0 0,0 0 0 0 0,0 0 0 0 0,1 0 0 0 0,-1-1 1 0 0,1-1-1 0 0,-1 0 0 0 0,17 3 0 0 0,7-3-750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0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 17503 0 0,'-7'-1'230'0'0,"1"1"-1"0"0,-1 0 1 0 0,1 1 0 0 0,-1-1-1 0 0,1 1 1 0 0,-1 0-1 0 0,1 1 1 0 0,-1-1 0 0 0,1 1-1 0 0,0 1 1 0 0,0-1 0 0 0,0 1-1 0 0,0 0 1 0 0,1 0-1 0 0,-10 7 1 0 0,9-5-486 0 0,0 0 0 0 0,0 1 0 0 0,1-1 1 0 0,0 1-1 0 0,0 0 0 0 0,0 0 0 0 0,1 1 0 0 0,0-1 1 0 0,0 1-1 0 0,0 0 0 0 0,1 0 0 0 0,-4 14 0 0 0,-1 11 30 0 0,2 1-1 0 0,2-1 1 0 0,1 1-1 0 0,1-1 1 0 0,3 34-1 0 0,24 164 722 0 0,-10-112-268 0 0,6 127 826 0 0,-11 284-1 0 0,-10-139-278 0 0,6-303-424 0 0,2-2 0 0 0,31 128 0 0 0,-32-187-255 0 0,1 0 1 0 0,1 0-1 0 0,1-1 0 0 0,1-1 0 0 0,16 25 0 0 0,-18-33-1 0 0,2-2 0 0 0,0 1-1 0 0,1-1 1 0 0,0-1-1 0 0,1 0 1 0 0,0-1-1 0 0,1 0 1 0 0,23 15-1 0 0,18 3 32 0 0,1-1-1 0 0,110 37 1 0 0,-116-49-106 0 0,0-3 1 0 0,1-2-1 0 0,102 11 0 0 0,-72-18 26 0 0,150-10-1 0 0,-203 3-77 0 0,158-16-493 0 0,-138 11-828 0 0,86-24 0 0 0,-94 19 4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0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17967 0 0,'4'1'224'0'0,"-1"1"0"0"0,1 0 1 0 0,-1-1-1 0 0,1 1 0 0 0,-1-1 0 0 0,1 0 0 0 0,0 0 0 0 0,0-1 0 0 0,7 1 0 0 0,6 2 79 0 0,17 4-44 0 0,-12-2-133 0 0,0 0 0 0 0,0 1 0 0 0,0 1-1 0 0,25 11 1 0 0,-45-17-177 0 0,-1 0 0 0 0,1 0 0 0 0,0 0 0 0 0,-1 0 0 0 0,1 1 0 0 0,-1-1 0 0 0,1 0 0 0 0,-1 1-1 0 0,1-1 1 0 0,-1 1 0 0 0,0-1 0 0 0,0 1 0 0 0,0 0 0 0 0,0 0 0 0 0,0-1 0 0 0,0 1 0 0 0,0 0 0 0 0,-1 0 0 0 0,2 2 0 0 0,-2-1 24 0 0,0 1 1 0 0,0-1 0 0 0,0 0-1 0 0,0 0 1 0 0,0 0 0 0 0,-1 0-1 0 0,1 1 1 0 0,-1-1 0 0 0,0 0-1 0 0,0 0 1 0 0,-1 3 0 0 0,-4 6 110 0 0,0-1 0 0 0,-1 1 1 0 0,0-1-1 0 0,-15 17 0 0 0,-9 7 377 0 0,-45 40 0 0 0,-2-8-3433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1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377 69 9671 0 0,'-15'-12'2125'0'0,"-1"1"0"0"0,0 1-1 0 0,-21-11 1 0 0,31 18-1701 0 0,0 1 0 0 0,0-1 0 0 0,-1 2 1 0 0,1-1-1 0 0,0 1 0 0 0,-1-1 0 0 0,-7 1 1 0 0,10 1-601 0 0,0 0 0 0 0,0 1 1 0 0,0-1-1 0 0,0 1 1 0 0,0 0-1 0 0,0 0 1 0 0,-6 2-1 0 0,8-2 57 0 0,0-1 0 0 0,0 1 1 0 0,1 0-1 0 0,-1 0 0 0 0,0 0 0 0 0,0 1 0 0 0,1-1 0 0 0,-1 0 0 0 0,0 1 0 0 0,1-1 0 0 0,0 1 1 0 0,-1-1-1 0 0,1 1 0 0 0,0 0 0 0 0,0 0 0 0 0,0 0 0 0 0,0-1 0 0 0,-1 4 0 0 0,1-2-56 0 0,0 0-1 0 0,0 0 0 0 0,1 1 1 0 0,0-1-1 0 0,-1 0 0 0 0,1 0 0 0 0,1 1 1 0 0,-1-1-1 0 0,0 0 0 0 0,2 6 1 0 0,0-1 58 0 0,1 1 1 0 0,0-1-1 0 0,0 0 1 0 0,1-1-1 0 0,0 1 1 0 0,0-1-1 0 0,1 0 1 0 0,6 8-1 0 0,-1-4 591 0 0,1-1-1 0 0,15 12 1 0 0,-17-16-303 0 0,-1 1 0 0 0,0 1 1 0 0,0-1-1 0 0,0 1 0 0 0,11 17 0 0 0,-18-23-123 0 0,0-1-1 0 0,-1 0 1 0 0,1 1-1 0 0,0-1 0 0 0,-1 1 1 0 0,1-1-1 0 0,-1 1 1 0 0,0-1-1 0 0,0 1 1 0 0,1-1-1 0 0,-1 1 0 0 0,0-1 1 0 0,0 1-1 0 0,0-1 1 0 0,-1 1-1 0 0,1-1 1 0 0,-1 4-1 0 0,0-2 56 0 0,0 0 0 0 0,-1-1 0 0 0,1 1 0 0 0,-1 0 0 0 0,1-1 0 0 0,-1 1 0 0 0,0-1 0 0 0,-3 4 0 0 0,-4 2 260 0 0,-1 0-1 0 0,1 0 1 0 0,-17 9 0 0 0,25-16-347 0 0,-191 107 1501 0 0,188-106-1626 0 0,-21 9 338 0 0,24-10-405 0 0,-1-1-1 0 0,1 1 1 0 0,0-1-1 0 0,0 0 1 0 0,-1 1-1 0 0,1-1 0 0 0,0 0 1 0 0,-1 0-1 0 0,1 0 1 0 0,0 0-1 0 0,-1 0 1 0 0,1 0-1 0 0,0 0 0 0 0,-1 0 1 0 0,-1-1-1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1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 19807 0 0,'1'12'880'0'0,"-2"0"176"0"0,-2 1-840 0 0,2-3-216 0 0,0-3 0 0 0,0-1 0 0 0,0 2 272 0 0,-2 7 16 0 0,-1 8 0 0 0,-1 6 0 0 0,2 5-208 0 0,-1-4-80 0 0,2-4 64 0 0,1-6-64 0 0,1-5-504 0 0,1-6-136 0 0,1-2-32 0 0,2-5-8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1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21191 0 0,'-1'4'2072'0'0,"0"0"-1848"0"0,1-1-224 0 0,0 2 0 0 0,0-2 0 0 0,1 3-216 0 0,0 3-88 0 0,1 8-16 0 0,2 4-8 0 0,-1 5-200 0 0,2 2-40 0 0,0-2-8 0 0,-1-1 0 0 0,0 2-1632 0 0,2-2-336 0 0,-1-1-64 0 0,0-6-16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2.3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7831 0 0,'2'10'1608'0'0,"16"96"8074"0"0,-16-88-8954 0 0,0 0 1 0 0,-2 0 0 0 0,-3 34-1 0 0,5-64-4618 0 0,0 2 3908 0 0,0 1 1 0 0,1 0 0 0 0,7-16-1 0 0,-4 14-81 0 0,1 0 0 0 0,0 0 0 0 0,1 0 0 0 0,17-16 0 0 0,-22 23 43 0 0,0 1-1 0 0,1 0 1 0 0,-1 0 0 0 0,1 0 0 0 0,0 1 0 0 0,0-1 0 0 0,0 1 0 0 0,0 0 0 0 0,0 0 0 0 0,1 0 0 0 0,-1 1-1 0 0,0-1 1 0 0,1 1 0 0 0,0 0 0 0 0,-1 0 0 0 0,10 0 0 0 0,-12 2 110 0 0,0-1 0 0 0,-1 0 0 0 0,1 1 0 0 0,0-1 0 0 0,0 1 0 0 0,0 0 0 0 0,0-1 0 0 0,-1 1 0 0 0,1 0 0 0 0,0 0 0 0 0,0 0 0 0 0,-1 0 0 0 0,1 1 0 0 0,-1-1 0 0 0,0 0 0 0 0,1 1 0 0 0,-1-1 0 0 0,0 1 0 0 0,1-1 0 0 0,-1 1 0 0 0,0 0 0 0 0,0-1 0 0 0,-1 1 0 0 0,1 0 0 0 0,0 0 0 0 0,0-1 0 0 0,-1 1 0 0 0,1 0 0 0 0,-1 0 0 0 0,0 0 0 0 0,1 3 0 0 0,0 6-36 0 0,0 1 0 0 0,-1 0 0 0 0,-1-1 1 0 0,-1 13-1 0 0,1-16-88 0 0,1-2 28 0 0,-2 18 69 0 0,2-22-41 0 0,0-1-1 0 0,0 0 1 0 0,0 1 0 0 0,0-1 0 0 0,1 0 0 0 0,-1 1 0 0 0,0-1 0 0 0,1 0 0 0 0,-1 1 0 0 0,1-1 0 0 0,-1 0 0 0 0,1 0 0 0 0,-1 1 0 0 0,2 0 0 0 0,-1-2-9 0 0,-1 1 0 0 0,1-1 0 0 0,0 0 0 0 0,0 0 0 0 0,-1 1 0 0 0,1-1 1 0 0,0 0-1 0 0,0 0 0 0 0,0 0 0 0 0,-1 0 0 0 0,1 0 0 0 0,0 0 0 0 0,0 0 1 0 0,0 0-1 0 0,-1 0 0 0 0,1-1 0 0 0,0 1 0 0 0,0 0 0 0 0,-1 0 0 0 0,1-1 1 0 0,0 1-1 0 0,-1 0 0 0 0,1-1 0 0 0,0 1 0 0 0,-1-1 0 0 0,1 1 0 0 0,0-2 1 0 0,20-15-283 0 0,-19 16 214 0 0,18-19-844 0 0,22-28 1 0 0,-32 34 532 0 0,1 1 1 0 0,1 0 0 0 0,0 1 0 0 0,0 0 0 0 0,1 1-1 0 0,21-14 1 0 0,-33 25 471 0 0,0-1-1 0 0,0 0 0 0 0,0 1 1 0 0,0-1-1 0 0,0 1 1 0 0,0 0-1 0 0,0-1 0 0 0,0 1 1 0 0,0 0-1 0 0,0 0 1 0 0,1-1-1 0 0,-1 1 0 0 0,0 0 1 0 0,0 0-1 0 0,0 0 1 0 0,0 0-1 0 0,1 1 1 0 0,-1-1-1 0 0,0 0 0 0 0,0 0 1 0 0,2 2-1 0 0,-2-2 37 0 0,1 1 0 0 0,-1 1 1 0 0,0-1-1 0 0,1 0 0 0 0,-1 0 0 0 0,0 0 0 0 0,0 1 1 0 0,0-1-1 0 0,0 0 0 0 0,0 1 0 0 0,0-1 0 0 0,-1 1 1 0 0,2 2-1 0 0,1 5 228 0 0,0 0 1 0 0,-1 1-1 0 0,0-1 1 0 0,0 12-1 0 0,-1-17-403 0 0,1 68 362 0 0,0-1-1119 0 0,-2-69 604 0 0,0-1-1 0 0,1 0 1 0 0,-1 0-1 0 0,0 0 1 0 0,0 0-1 0 0,1 0 1 0 0,-1 0-1 0 0,0 0 1 0 0,1 0-1 0 0,-1 0 1 0 0,1 0-1 0 0,0 0 1 0 0,0 1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2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 11519 0 0,'1'2'331'0'0,"0"0"-1"0"0,-1 0 1 0 0,1 0-1 0 0,-1 0 0 0 0,1 0 1 0 0,-1 1-1 0 0,0-1 1 0 0,0 0-1 0 0,0 0 1 0 0,-1 4-1 0 0,1 2 595 0 0,-2 52 2126 0 0,-1 4-1515 0 0,3-57-1525 0 0,1 1 0 0 0,0-1 0 0 0,0 0 0 0 0,0 0 0 0 0,1 0 0 0 0,4 10 0 0 0,-6-15-66 0 0,1-1-1 0 0,0 1 0 0 0,0 0 1 0 0,-1-1-1 0 0,1 1 0 0 0,0 0 1 0 0,1-1-1 0 0,-1 1 1 0 0,0-1-1 0 0,0 0 0 0 0,1 1 1 0 0,-1-1-1 0 0,1 0 0 0 0,-1 0 1 0 0,1 0-1 0 0,-1 0 1 0 0,1 0-1 0 0,0 0 0 0 0,2 1 1 0 0,-2-2 27 0 0,0 0 0 0 0,0 0 0 0 0,0 0 0 0 0,0 0 0 0 0,-1 0 0 0 0,1 0-1 0 0,0 0 1 0 0,0-1 0 0 0,0 1 0 0 0,-1-1 0 0 0,1 0 0 0 0,0 1 0 0 0,-1-1 0 0 0,1 0 0 0 0,0 0 0 0 0,-1 0 0 0 0,1 0 0 0 0,-1 0 0 0 0,1 0 0 0 0,1-2 0 0 0,10-12-140 0 0,1 0 0 0 0,-2-1 0 0 0,0 0 0 0 0,-1-1 0 0 0,13-24 0 0 0,8-13-511 0 0,-26 44 734 0 0,17-23-4 0 0,-21 31 84 0 0,0 0 1 0 0,-1 0 0 0 0,1 0-1 0 0,0 0 1 0 0,0 1-1 0 0,0-1 1 0 0,0 1-1 0 0,0-1 1 0 0,0 1 0 0 0,1 0-1 0 0,-1 0 1 0 0,4-2-1 0 0,-5 3-62 0 0,-1 0 0 0 0,1 0 0 0 0,0 0 0 0 0,0 0 0 0 0,-1 1 0 0 0,1-1-1 0 0,0 0 1 0 0,0 0 0 0 0,-1 0 0 0 0,1 1 0 0 0,0-1 0 0 0,-1 0 0 0 0,1 1 0 0 0,0-1 0 0 0,-1 0 0 0 0,1 1-1 0 0,0-1 1 0 0,-1 1 0 0 0,1-1 0 0 0,-1 1 0 0 0,1 0 0 0 0,-1-1 0 0 0,1 1 0 0 0,-1-1 0 0 0,1 1-1 0 0,-1 0 1 0 0,0-1 0 0 0,1 1 0 0 0,-1 0 0 0 0,0 0 0 0 0,1 0 0 0 0,7 28 677 0 0,-7-23-641 0 0,8 53 409 0 0,-8-46-518 0 0,1 0 1 0 0,0-1 0 0 0,1 1-1 0 0,0-1 1 0 0,0 1 0 0 0,2-1-1 0 0,10 21 1 0 0,-14-31-121 0 0,-1-1 1 0 0,1 0-1 0 0,0 0 1 0 0,0 0-1 0 0,0 0 1 0 0,0 0-1 0 0,0 0 1 0 0,0 0-1 0 0,0 0 1 0 0,0 0-1 0 0,0 0 1 0 0,1 0-1 0 0,-1-1 1 0 0,0 1-1 0 0,0-1 1 0 0,1 1-1 0 0,-1-1 1 0 0,1 1-1 0 0,-1-1 1 0 0,0 0-1 0 0,3 1 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2.9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0 5063 0 0,'-1'30'9420'0'0,"-1"-1"-3936"0"0,-1 7-2713 0 0,-4 17-2851 0 0,-1 15 744 0 0,-14 212 34 0 0,21-218-1033 0 0,3-1 1 0 0,14 96-1 0 0,-10-120-530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3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339 102 4607 0 0,'1'-2'1019'0'0,"0"-1"-1"0"0,-1 1 1 0 0,1-1-1 0 0,-1 0 1 0 0,0 1-1 0 0,1-1 0 0 0,-1 0 1 0 0,-1 1-1 0 0,1-1 1 0 0,0 1-1 0 0,-1-1 1 0 0,-1-4-1 0 0,1 3-501 0 0,0 1-1 0 0,-1 0 1 0 0,1 0-1 0 0,-1 0 1 0 0,0 0 0 0 0,0 0-1 0 0,0 0 1 0 0,-5-5 0 0 0,3 5-483 0 0,1 0 1 0 0,-1 0 0 0 0,1 0-1 0 0,-1 1 1 0 0,0-1 0 0 0,0 1-1 0 0,0 0 1 0 0,-1 0 0 0 0,1 1-1 0 0,0-1 1 0 0,-1 1-1 0 0,1 0 1 0 0,-1 0 0 0 0,-8 0-1 0 0,4 1-245 0 0,1 1-1 0 0,-1 0 1 0 0,1 1-1 0 0,0 0 1 0 0,-1 0-1 0 0,1 1 1 0 0,0 0-1 0 0,0 0 1 0 0,1 1-1 0 0,-1 0 1 0 0,1 1-1 0 0,0-1 1 0 0,0 1-1 0 0,-7 7 1 0 0,0 1-93 0 0,1-1 0 0 0,1 2 0 0 0,0 0-1 0 0,1 0 1 0 0,-15 26 0 0 0,23-35 303 0 0,-2 3 296 0 0,1 0-1 0 0,-1 0 1 0 0,1 0 0 0 0,1 0-1 0 0,-1 1 1 0 0,2 0 0 0 0,-4 12-1 0 0,6-21-276 0 0,0 0 0 0 0,0 1-1 0 0,0-1 1 0 0,0 0 0 0 0,0 1 0 0 0,0-1 0 0 0,0 0-1 0 0,0 1 1 0 0,0-1 0 0 0,0 0 0 0 0,0 1-1 0 0,0-1 1 0 0,1 0 0 0 0,-1 1 0 0 0,0-1-1 0 0,0 0 1 0 0,0 1 0 0 0,0-1 0 0 0,1 0 0 0 0,-1 1-1 0 0,0-1 1 0 0,0 0 0 0 0,0 0 0 0 0,1 1-1 0 0,-1-1 1 0 0,0 0 0 0 0,1 0 0 0 0,-1 1-1 0 0,0-1 1 0 0,1 0 0 0 0,11 0-1 0 0,13-12-366 0 0,-1-1-236 0 0,-12 5 197 0 0,0 1 1 0 0,1 1-1 0 0,20-8 1 0 0,-30 13 475 0 0,1 0 0 0 0,-1 0 0 0 0,1 0 0 0 0,0 1 1 0 0,-1-1-1 0 0,1 1 0 0 0,0 0 0 0 0,-1 0 1 0 0,1 0-1 0 0,0 1 0 0 0,-1-1 0 0 0,1 1 1 0 0,-1 0-1 0 0,1 0 0 0 0,-1 0 0 0 0,1 0 1 0 0,-1 1-1 0 0,5 2 0 0 0,-1 1 170 0 0,0 0 0 0 0,0 0 0 0 0,-1 1 0 0 0,0 0 0 0 0,0 0 0 0 0,8 11 0 0 0,25 46 551 0 0,-11-18-739 0 0,-27-43-356 0 0,-1-1 0 0 0,1 1 0 0 0,0-1 0 0 0,1 1 0 0 0,-1-1 0 0 0,0 0 0 0 0,0 0 0 0 0,0 1 0 0 0,1-1 0 0 0,-1 0 0 0 0,1 0 0 0 0,1 1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3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9215 0 0,'9'-2'1925'0'0,"0"0"0"0"0,0 0 1 0 0,1 1-1 0 0,-1 0 0 0 0,13 0 0 0 0,5 0-1173 0 0,89-7 995 0 0,-57 6-2307 0 0,0-3 0 0 0,86-19-1 0 0,-116 16-7200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3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 2759 0 0,'-2'13'13889'0'0,"2"-8"-12868"0"0,3 145 1248 0 0,-17 153 0 0 0,-1 71 43 0 0,24-240-4379 0 0,-7-117 1148 0 0,1 0 0 0 0,1 0 0 0 0,0-1 0 0 0,1 0 0 0 0,13 28 0 0 0,-8-26-6372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3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14279 0 0,'1'2'1272'0'0,"-1"2"-1016"0"0,0-1-256 0 0,1 1 0 0 0,-1-1 1088 0 0,0 1 176 0 0,1 3 32 0 0,1 4 8 0 0,-1 6-656 0 0,-1 1-128 0 0,0 4-24 0 0,0-2-8 0 0,-1-3-488 0 0,-1-2-120 0 0,1-3-8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3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21655 0 0,'1'3'960'0'0,"1"1"192"0"0,-1-1-920 0 0,-1 1-232 0 0,1 0 0 0 0,0 1 0 0 0,0 1-64 0 0,0 2-64 0 0,2 5-16 0 0,0 4 0 0 0,0 4-136 0 0,-2 3-24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4:44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0 102 18431 0 0,'49'158'3921'0'0,"-43"-141"-3819"0"0,1 3 39 0 0,10 22-1 0 0,-15-38-181 0 0,1 1 1 0 0,-1-1-1 0 0,0 0 0 0 0,1-1 0 0 0,0 1 0 0 0,0 0 1 0 0,0-1-1 0 0,0 1 0 0 0,1-1 0 0 0,-1 0 1 0 0,6 3-1 0 0,-8-5-20 0 0,1 0 0 0 0,-1-1-1 0 0,1 1 1 0 0,-1 0 0 0 0,1-1 0 0 0,0 1 0 0 0,-1-1 0 0 0,1 1 0 0 0,0-1 0 0 0,-1 0-1 0 0,1 0 1 0 0,0 0 0 0 0,-1 0 0 0 0,1 0 0 0 0,0 0 0 0 0,0 0 0 0 0,-1-1-1 0 0,1 1 1 0 0,2-1 0 0 0,-2 0 46 0 0,0-1-1 0 0,1 1 0 0 0,-1-1 1 0 0,0 1-1 0 0,0-1 1 0 0,0 0-1 0 0,0 1 1 0 0,0-1-1 0 0,0 0 0 0 0,0-1 1 0 0,1-2-1 0 0,1-2 112 0 0,0 0 0 0 0,0 0-1 0 0,-1-1 1 0 0,0 1 0 0 0,0-1-1 0 0,-1 0 1 0 0,2-9 0 0 0,-3 2-239 0 0,0 0 0 0 0,-1 0-1 0 0,0 0 1 0 0,-1 0 0 0 0,-1 0 0 0 0,-1 0 0 0 0,0 1 0 0 0,0-1-1 0 0,-2 1 1 0 0,-6-15 0 0 0,7 20 114 0 0,-1 1-1 0 0,0-1 1 0 0,0 1-1 0 0,-1 0 1 0 0,0 1-1 0 0,0-1 1 0 0,-10-7-1 0 0,16 15 76 0 0,0 0 0 0 0,0-1-1 0 0,0 1 1 0 0,-1 0 0 0 0,1 0-1 0 0,0-1 1 0 0,0 1 0 0 0,0 0-1 0 0,0 0 1 0 0,-1 0 0 0 0,1-1-1 0 0,0 1 1 0 0,0 0 0 0 0,0-1-1 0 0,0 1 1 0 0,0 0 0 0 0,0 0-1 0 0,0-1 1 0 0,0 1 0 0 0,0 0-1 0 0,0 0 1 0 0,0-1 0 0 0,0 1-1 0 0,0 0 1 0 0,0-1 0 0 0,0 1 0 0 0,0 0-1 0 0,0 0 1 0 0,0-1 0 0 0,0 1-1 0 0,0-1 1 0 0,10-5 664 0 0,18-3-448 0 0,-23 8-232 0 0,18-5-254 0 0,0 0-1 0 0,1 2 1 0 0,0 1-1 0 0,36 0 1 0 0,-51 3 224 0 0,0 0 0 0 0,-1 1 0 0 0,1 1 0 0 0,0-1-1 0 0,0 1 1 0 0,-1 1 0 0 0,1 0 0 0 0,-1 0 0 0 0,0 0 0 0 0,0 1 0 0 0,0 1 0 0 0,0-1 0 0 0,-1 1-1 0 0,1 0 1 0 0,7 9 0 0 0,-8-7 92 0 0,0 0 1 0 0,-1 1-1 0 0,0 0 0 0 0,0 0 1 0 0,-1 1-1 0 0,0-1 0 0 0,0 1 1 0 0,-1 0-1 0 0,0 1 0 0 0,-1-1 1 0 0,0 1-1 0 0,2 11 0 0 0,-1 10 72 0 0,-1 0 0 0 0,-1 49 0 0 0,-2-80-164 0 0,0 0 0 0 0,0 0 0 0 0,0 0 0 0 0,0 0 0 0 0,0 1 0 0 0,0-1 0 0 0,0 0 0 0 0,0 0 0 0 0,0 0 0 0 0,0 0 0 0 0,0 0 0 0 0,0 0 0 0 0,0 0 0 0 0,0 0 0 0 0,0 0 0 0 0,0 0 0 0 0,0 0 0 0 0,0 1 0 0 0,0-1 0 0 0,0 0 0 0 0,0 0 0 0 0,0 0 0 0 0,0 0 0 0 0,0 0 0 0 0,0 0 0 0 0,0 0 0 0 0,0 0 0 0 0,0 0 0 0 0,0 0 0 0 0,0 0 0 0 0,0 0 0 0 0,0 1 0 0 0,0-1 0 0 0,0 0 0 0 0,0 0 0 0 0,0 0 0 0 0,1 0 0 0 0,-1 0 0 0 0,0 0 0 0 0,0 0 0 0 0,0 0 0 0 0,0 0 0 0 0,0 0 0 0 0,0 0 0 0 0,0 0 0 0 0,0 0 0 0 0,0 0 0 0 0,0 0 0 0 0,0 0 0 0 0,0 0 0 0 0,1 0 0 0 0,-1 0 0 0 0,0 0 0 0 0,0 0 0 0 0,0 0 0 0 0,0 0 0 0 0,0 0 0 0 0,0 0 0 0 0,0 0 0 0 0,0 0 0 0 0,0 0 0 0 0,6-6 0 0 0,6-17 0 0 0,-9 17 0 0 0,0 1-1 0 0,6-13 156 0 0,2-1 0 0 0,0 1 0 0 0,2 1 0 0 0,17-21-1 0 0,-29 37-108 0 0,0 0 0 0 0,0 0 0 0 0,0 0 0 0 0,0 0 0 0 0,0 1-1 0 0,0-1 1 0 0,1 0 0 0 0,-1 0 0 0 0,0 1 0 0 0,0-1 0 0 0,1 0-1 0 0,-1 1 1 0 0,0 0 0 0 0,1-1 0 0 0,-1 1 0 0 0,1 0-1 0 0,-1-1 1 0 0,1 1 0 0 0,-1 0 0 0 0,1 0 0 0 0,2 1 0 0 0,-2-1 13 0 0,0 1 0 0 0,0 0 1 0 0,0 0-1 0 0,0 0 1 0 0,0 0-1 0 0,0 0 0 0 0,0 1 1 0 0,0-1-1 0 0,0 1 1 0 0,-1-1-1 0 0,1 1 0 0 0,2 2 1 0 0,3 6 113 0 0,0-1 0 0 0,-1 2 0 0 0,0-1 1 0 0,5 13-1 0 0,-10-21-150 0 0,7 15-29 0 0,100 191-2555 0 0,-95-188-5963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7:23.3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1 141 7367 0 0,'22'-3'750'0'0,"0"1"-1"0"0,36 1 1 0 0,-24 1-488 0 0,95-1 366 0 0,1409-34 1687 0 0,-800-20-2034 0 0,-483 33-288 0 0,134 2-369 0 0,-377 20 304 0 0,15-1-436 0 0,0 1 0 0 0,0 1 0 0 0,0 1 0 0 0,40 10 0 0 0,-53-8-3232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7:23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99 3223 0 0,'179'4'3847'0'0,"18"1"-2475"0"0,142-8 571 0 0,-17-20-210 0 0,-172 9-1233 0 0,75-5-156 0 0,186-14 437 0 0,41 18-823 0 0,55 19 427 0 0,-216 2-466 0 0,-274-6-45 0 0,32 3-1627 0 0,-30 0-2678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9:12.7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8 121 9671 0 0,'-1'-1'121'0'0,"1"1"0"0"0,-1-1 0 0 0,0 1 0 0 0,1-1 0 0 0,-1 1 0 0 0,1-1 0 0 0,0 0 0 0 0,-1 1 0 0 0,1-1-1 0 0,-1 0 1 0 0,1 1 0 0 0,0-1 0 0 0,-1 0 0 0 0,1 0 0 0 0,0 1 0 0 0,0-1 0 0 0,0 0 0 0 0,0 0 0 0 0,0 1 0 0 0,0-1-1 0 0,0 0 1 0 0,0 0 0 0 0,0 0 0 0 0,0 1 0 0 0,0-1 0 0 0,0-1 0 0 0,1 1-46 0 0,0 0 1 0 0,-1 0-1 0 0,1 0 0 0 0,0-1 1 0 0,0 1-1 0 0,0 0 1 0 0,0 0-1 0 0,0 0 0 0 0,0 0 1 0 0,0 1-1 0 0,1-1 1 0 0,-1 0-1 0 0,2 0 0 0 0,4-3 8 0 0,0 1-1 0 0,0 0 0 0 0,0 1 1 0 0,9-2-1 0 0,19-3 78 0 0,1 2-1 0 0,36 0 1 0 0,73 3-191 0 0,-142 2 33 0 0,338 14-662 0 0,39-1-174 0 0,583-25 378 0 0,-324 3 1711 0 0,0 19-62 0 0,-273 5-451 0 0,730 16-93 0 0,879-38 880 0 0,-416-44-129 0 0,-704 18-1864 0 0,157 10 1040 0 0,-572 38-480 0 0,-403-12-96 0 0,311 35-2358 0 0,-154-14-3029 0 0,-168-20 4300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49:15.3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17503 0 0,'1'-1'160'0'0,"0"0"0"0"0,0 0 1 0 0,1 0-1 0 0,-1 0 0 0 0,0 1 0 0 0,1-1 0 0 0,-1 0 0 0 0,1 1 0 0 0,-1-1 1 0 0,0 1-1 0 0,1 0 0 0 0,-1-1 0 0 0,1 1 0 0 0,2 0 0 0 0,3-1 134 0 0,213-44 1044 0 0,-129 28-1052 0 0,202-20-115 0 0,2 24-246 0 0,-281 13 71 0 0,354-5-62 0 0,-77 3 67 0 0,39 5 146 0 0,-112 2-57 0 0,98-4 37 0 0,188 2-46 0 0,-30 18-81 0 0,-204-6 0 0 0,235 10-200 0 0,-240-15 69 0 0,939 17 271 0 0,-1011-28 22 0 0,474-7 59 0 0,181 7-20 0 0,-666 4-186 0 0,216 4-70 0 0,141 1-58 0 0,153 15-651 0 0,-551-15 405 0 0,181 15-442 0 0,-271-19 342 0 0,174 21 269 0 0,-75 0-6393 0 0,-103-14 819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00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8287 0 0,'1'17'725'0'0,"1"0"0"0"0,1-1-1 0 0,1 1 1 0 0,10 28 0 0 0,-5-18-102 0 0,24 88 538 0 0,20 125-1 0 0,-12-17-1159 0 0,1 13 500 0 0,-29-151 41 0 0,37 283 342 0 0,-16 234-577 0 0,-20-290-310 0 0,13 305 57 0 0,-14-7 1152 0 0,-59 123 225 0 0,-10-185-68 0 0,0 8-603 0 0,-43 119-686 0 0,26-344-588 0 0,73-331 512 0 0,-13 52-490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02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846 0 10135 0 0,'-40'179'3642'0'0,"18"-91"-3417"0"0,3 1 0 0 0,4 1 1 0 0,4 0-1 0 0,1 136 0 0 0,0 522 4038 0 0,7-679-4122 0 0,-31 677 1423 0 0,24 0-255 0 0,11-592-1054 0 0,8 273 196 0 0,23 0-237 0 0,78 612 245 0 0,-68-365-395 0 0,4-181-64 0 0,-15-226 0 0 0,-24-100 0 0 0,-8-134 0 0 0,-2 0 0 0 0,-14 66 0 0 0,15-91 6 0 0,0 0 0 0 0,-1-1-1 0 0,0 1 1 0 0,-1 0 0 0 0,1-1-1 0 0,-1 0 1 0 0,-1 0 0 0 0,0 0-1 0 0,0-1 1 0 0,0 1 0 0 0,0-1 0 0 0,-1 0-1 0 0,0-1 1 0 0,-1 1 0 0 0,1-1-1 0 0,-1 0 1 0 0,-13 6 0 0 0,12-8 41 0 0,0 0 0 0 0,-1-1-1 0 0,1 0 1 0 0,-1 0 0 0 0,0-1 0 0 0,-12 1 0 0 0,-57-5 30 0 0,52 2-140 0 0,-242-10 168 0 0,94 4-1937 0 0,58 1-3640 0 0,19 1-1782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39.1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20271 0 0,'0'0'2160'0'0,"2"1"-2088"0"0,-1-1-72 0 0,0 2-288 0 0,0-1-80 0 0,1 1-16 0 0,3 2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1:39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21191 0 0,'1'7'936'0'0,"-1"-3"200"0"0,0 1-912 0 0,0 0-224 0 0,0-3 0 0 0,0 0 0 0 0,2 2 0 0 0,-4 4 0 0 0,1 6 0 0 0,-1 2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0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0 112 2759 0 0,'0'-1'152'0'0,"0"0"0"0"0,0 0 0 0 0,0 0 0 0 0,1 0 0 0 0,-1 1 0 0 0,0-1-1 0 0,0 0 1 0 0,1 0 0 0 0,-1 0 0 0 0,0 0 0 0 0,1 0 0 0 0,-1 0 0 0 0,1 1-1 0 0,-1-1 1 0 0,1 0 0 0 0,-1 0 0 0 0,1 1 0 0 0,0-1 0 0 0,-1 0-1 0 0,1 1 1 0 0,0-1 0 0 0,-1 1 0 0 0,1-1 0 0 0,0 1 0 0 0,0-1 0 0 0,0 1-1 0 0,0-1 1 0 0,-1 1 0 0 0,1 0 0 0 0,1-1 0 0 0,30-11 1107 0 0,12 3-780 0 0,0 1 0 0 0,0 3-1 0 0,62-1 1 0 0,-58 4-226 0 0,320-4 606 0 0,-80 3-637 0 0,-38-4-22 0 0,331-14 3671 0 0,-300 11-4492 0 0,-253 10-3143 0 0,-2 1-1250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1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9215 0 0,'12'-3'917'0'0,"1"1"-1"0"0,-1 0 0 0 0,1 1 0 0 0,0 1 0 0 0,0 0 0 0 0,16 2 1 0 0,0-1-559 0 0,129 5 869 0 0,223 0-1454 0 0,-248-11 10 0 0,219-10-210 0 0,216-6-237 0 0,-432 21-480 0 0,-70 1 112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5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213 1 19351 0 0,'-4'-1'220'0'0,"0"1"0"0"0,0 0 0 0 0,0 0 0 0 0,0 1-1 0 0,0-1 1 0 0,0 1 0 0 0,0 0 0 0 0,0 0 0 0 0,0 0 0 0 0,0 1-1 0 0,0-1 1 0 0,0 1 0 0 0,-6 4 0 0 0,-1 0-220 0 0,1 1 0 0 0,1 0 0 0 0,-15 14-1 0 0,16-11-31 0 0,-1 0-1 0 0,1 0 0 0 0,1 1 1 0 0,0 0-1 0 0,0 0 0 0 0,2 1 1 0 0,-1 0-1 0 0,1 0 0 0 0,1 1 1 0 0,-6 24-1 0 0,2 2-429 0 0,3 1-1 0 0,-2 50 1 0 0,6-62 326 0 0,1 0 0 0 0,2-1 1 0 0,0 1-1 0 0,2 0 0 0 0,1-1 0 0 0,2 0 1 0 0,0 0-1 0 0,2 0 0 0 0,0-1 0 0 0,15 26 1 0 0,-15-36-41 0 0,1 1 0 0 0,1-2 0 0 0,0 0 0 0 0,1 0 0 0 0,27 25 0 0 0,-32-34-133 0 0,0 0 0 0 0,0 0 0 0 0,0-1 0 0 0,0-1 0 0 0,1 1 0 0 0,0-1 0 0 0,0 0 0 0 0,0-1 0 0 0,0 0 1 0 0,1 0-1 0 0,-1-1 0 0 0,1 0 0 0 0,0 0 0 0 0,0-1 0 0 0,9 0 0 0 0,9-3-850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5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21655 0 0,'-12'17'2330'0'0,"10"-13"-2459"0"0,1 0 0 0 0,0 1 0 0 0,0-1 0 0 0,0 0 0 0 0,1 0 0 0 0,-1 1 0 0 0,1-1 0 0 0,1 9 0 0 0,1 18 139 0 0,1-1 0 0 0,12 50-1 0 0,24 58-4511 0 0,-37-133 4093 0 0,4 14-6230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5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16127 0 0,'6'0'338'0'0,"0"1"0"0"0,0 0-1 0 0,0 0 1 0 0,0 1 0 0 0,0 0 0 0 0,0 0-1 0 0,0 0 1 0 0,6 4 0 0 0,7 5-371 0 0,18 12 0 0 0,-18-9 25 0 0,0 0 0 0 0,-1 2 1 0 0,0 0-1 0 0,-1 0 1 0 0,-1 2-1 0 0,-1 0 1 0 0,19 28-1 0 0,-25-29 8 0 0,1-1 0 0 0,-2 1 0 0 0,-1 0 0 0 0,0 1 0 0 0,-1 0 0 0 0,-1 0 0 0 0,0 0 0 0 0,-1 1 1 0 0,2 35-1 0 0,-6-15 378 0 0,-2 1 0 0 0,-1-1 0 0 0,-2 1 1 0 0,-2-1-1 0 0,-1-1 0 0 0,-3 1 0 0 0,0-1 1 0 0,-3-1-1 0 0,-24 49 0 0 0,9-33-97 0 0,25-47-671 0 0,0-1 0 0 0,0 1 0 0 0,0-1 0 0 0,-1 0 0 0 0,1-1 0 0 0,-11 9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8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0 120 16583 0 0,'9'4'4624'0'0,"16"4"-3613"0"0,5-4-824 0 0,1-1 0 0 0,58-2 0 0 0,62-16-119 0 0,-88 5-233 0 0,107-32 0 0 0,-130 29-1681 0 0,67-34 0 0 0,-82 34-68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8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538 39 4143 0 0,'-5'-4'-164'0'0,"-19"-19"2373"0"0,22 22-1727 0 0,1 0 1 0 0,0 0 0 0 0,-1-1 0 0 0,1 2 0 0 0,-1-1 0 0 0,1 0 0 0 0,-1 0 0 0 0,0 0 0 0 0,1 1 0 0 0,-1-1 0 0 0,0 1 0 0 0,1-1-1 0 0,-1 1 1 0 0,-3-1 0 0 0,4 2-236 0 0,-1-1 0 0 0,1 1 1 0 0,0 0-1 0 0,0-1 0 0 0,-1 1 0 0 0,1 0 0 0 0,0 0 0 0 0,0 0 0 0 0,0 0 0 0 0,0 0 0 0 0,0 0 0 0 0,0 0 0 0 0,0 0 0 0 0,0 0 0 0 0,0 1 1 0 0,-14 23 879 0 0,10-17-824 0 0,-111 179-156 0 0,-6-4-4505 0 0,78-117 2145 0 0,29-44 1525 0 0,-26 36-2859 0 0,35-50 2875 0 0,0-1 0 0 0,-1 0 0 0 0,0 0 0 0 0,0-1 0 0 0,-9 7-1 0 0,15-12 667 0 0,0-1 0 0 0,-1 1 0 0 0,1 0 0 0 0,0-1 0 0 0,-1 1 0 0 0,1-1 0 0 0,0 0 0 0 0,-1 1 0 0 0,1-1 0 0 0,-1 0 0 0 0,1 0 0 0 0,-1 0 0 0 0,1 0 0 0 0,-3 0-1 0 0,-3-1 1361 0 0,6 2-1025 0 0,0 1 1 0 0,1-1-1 0 0,-1 0 0 0 0,0 0 1 0 0,1 0-1 0 0,0 0 0 0 0,-1 0 1 0 0,1 1-1 0 0,0-1 0 0 0,-1 0 1 0 0,1 0-1 0 0,0 0 0 0 0,0 1 1 0 0,0 1-1 0 0,0-1-9 0 0,-1 2-172 0 0,-17 227 6199 0 0,16-174-6702 0 0,3 0 0 0 0,9 61 1 0 0,-8-107-3628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9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74 4607 0 0,'11'-9'936'0'0,"1"0"-1"0"0,-1 1 0 0 0,2 0 1 0 0,-1 1-1 0 0,1 0 1 0 0,0 1-1 0 0,25-8 0 0 0,-31 12-568 0 0,-1 1 0 0 0,1 0 0 0 0,0 0 0 0 0,-1 0 0 0 0,1 1 0 0 0,0 0 0 0 0,0 1 0 0 0,8 0 0 0 0,-11 0-224 0 0,1 1 0 0 0,0-1 0 0 0,-1 1 1 0 0,1-1-1 0 0,-1 1 0 0 0,0 1 0 0 0,1-1 0 0 0,-1 1 0 0 0,0-1 0 0 0,0 1 1 0 0,-1 0-1 0 0,6 6 0 0 0,1 3 98 0 0,0 0 0 0 0,-2 0 0 0 0,1 1 0 0 0,12 25 0 0 0,18 58 145 0 0,-27-63-321 0 0,-3 0 0 0 0,0 0 0 0 0,6 58 1 0 0,-13-66-90 0 0,-1 0 1 0 0,-1 0 0 0 0,-1 0-1 0 0,-1 0 1 0 0,-9 43 0 0 0,11-68 13 0 0,-1 7-223 0 0,-1 0 0 0 0,0-1 0 0 0,0 0 0 0 0,-1 0 0 0 0,-5 11 0 0 0,0-6-886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09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68 10135 0 0,'5'-4'5572'0'0,"10"-3"-3288"0"0,16-3-1349 0 0,45-9 0 0 0,11-2-4826 0 0,-71 15-2000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0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41 5983 0 0,'-3'3'266'0'0,"0"0"-1"0"0,0 1 0 0 0,0-1 1 0 0,0 1-1 0 0,1 0 0 0 0,0-1 1 0 0,-3 7-1 0 0,5-10-177 0 0,-1 1-1 0 0,1 0 1 0 0,0-1 0 0 0,0 1 0 0 0,0 0 0 0 0,-1 0 0 0 0,1-1-1 0 0,0 1 1 0 0,0 0 0 0 0,0 0 0 0 0,0 0 0 0 0,1-1 0 0 0,-1 1-1 0 0,0 0 1 0 0,0-1 0 0 0,0 1 0 0 0,1 0 0 0 0,-1 0-1 0 0,0-1 1 0 0,1 2 0 0 0,0-1-28 0 0,0 0 0 0 0,0-1 0 0 0,0 1 0 0 0,0 0 0 0 0,0 0 0 0 0,0-1 0 0 0,0 1 0 0 0,0-1 0 0 0,0 1 0 0 0,1-1 0 0 0,-1 1 0 0 0,0-1 0 0 0,0 0 0 0 0,0 1 0 0 0,1-1 0 0 0,1 0 0 0 0,5 0-21 0 0,-1 0 0 0 0,1 0 0 0 0,-1-1 0 0 0,0 0 0 0 0,1-1 0 0 0,-1 1 0 0 0,0-1 0 0 0,0-1 0 0 0,0 1 0 0 0,9-6 0 0 0,2-1 10 0 0,0-1 1 0 0,25-20-1 0 0,-39 28-240 0 0,0-1-287 0 0,0 0-1 0 0,-1 0 1 0 0,1 0 0 0 0,-1 0-1 0 0,0 0 1 0 0,6-8-1 0 0,-21 25-5047 0 0,4-5 4970 0 0,1-1 1029 0 0,0 0 0 0 0,1 0 0 0 0,0 0 0 0 0,0 1 0 0 0,1 0 0 0 0,0 0 0 0 0,1 0 0 0 0,0 1 0 0 0,0 0 0 0 0,1-1 0 0 0,1 1 0 0 0,-1 0 0 0 0,1 1 0 0 0,1-1 0 0 0,0 0 0 0 0,0 0 0 0 0,2 16 0 0 0,-1-25-374 0 0,0 1-1 0 0,1 0 1 0 0,-1-1-1 0 0,0 1 1 0 0,1 0 0 0 0,-1-1-1 0 0,1 1 1 0 0,-1 0-1 0 0,1-1 1 0 0,0 1-1 0 0,0-1 1 0 0,0 1-1 0 0,-1-1 1 0 0,2 0-1 0 0,-1 1 1 0 0,0-1-1 0 0,0 0 1 0 0,2 2-1 0 0,0-1 8 0 0,-1-1-1 0 0,1 0 1 0 0,-1 0-1 0 0,1 1 1 0 0,-1-2-1 0 0,1 1 0 0 0,-1 0 1 0 0,1 0-1 0 0,0-1 1 0 0,4 1-1 0 0,4-1 233 0 0,0-1-1 0 0,0 0 1 0 0,1 0 0 0 0,16-5-1 0 0,-2 0 395 0 0,0-2-1 0 0,30-13 1 0 0,-42 14-567 0 0,-14 7-165 0 0,1 0 1 0 0,-1-1 0 0 0,1 1-1 0 0,-1 0 1 0 0,1-1 0 0 0,0 1-1 0 0,-1 0 1 0 0,1-1 0 0 0,-1 1-1 0 0,1-1 1 0 0,-1 1 0 0 0,0-1-1 0 0,1 1 1 0 0,-1-1 0 0 0,0 1-1 0 0,1-1 1 0 0,-1 1 0 0 0,1-2-1 0 0,-2 2-50 0 0,1-1 0 0 0,-1 1 0 0 0,1 0 0 0 0,-1-1-1 0 0,0 1 1 0 0,1 0 0 0 0,-1 0 0 0 0,1-1 0 0 0,-1 1 0 0 0,0 0 0 0 0,1 0-1 0 0,-1 0 1 0 0,0 0 0 0 0,1 0 0 0 0,-1 0 0 0 0,0 0 0 0 0,1 0-1 0 0,-1 0 1 0 0,0 0 0 0 0,-17 3-938 0 0,16-3 830 0 0,-15 4-630 0 0,0 0 1 0 0,1 1-1 0 0,0 1 0 0 0,0 0 1 0 0,0 1-1 0 0,-20 12 1 0 0,-85 64-2936 0 0,85-57 3094 0 0,-17 14 1 0 0,-79 53 769 0 0,22-33 11201 0 0,117-62-8672 0 0,-4 1-2577 0 0,270-52 3330 0 0,4 21-2710 0 0,-120 16-321 0 0,409-52 8 0 0,-523 63-858 0 0,51-6 1009 0 0,-74 10-4018 0 0,22 2 0 0 0,-20 1-3940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1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225 0 11055 0 0,'-3'0'900'0'0,"0"0"-1"0"0,1 1 0 0 0,-1-1 0 0 0,1 1 1 0 0,-1-1-1 0 0,0 1 0 0 0,1 0 0 0 0,-1 0 1 0 0,-4 2-1 0 0,4 0-387 0 0,-1-1 0 0 0,1 1-1 0 0,-1-1 1 0 0,1 1 0 0 0,-5 5 0 0 0,0 3-671 0 0,0 1 0 0 0,-13 23 0 0 0,14-22 679 0 0,1-2-516 0 0,-63 119-414 0 0,58-107-24 0 0,1 1-1 0 0,2 0 1 0 0,-11 44 0 0 0,18-63 323 0 0,1 0 0 0 0,-1 1 0 0 0,1-1 0 0 0,0 1 0 0 0,1-1 0 0 0,-1 0 0 0 0,1 1 0 0 0,0-1 0 0 0,0 1-1 0 0,3 5 1 0 0,-4-10 101 0 0,1 1 0 0 0,-1-1 0 0 0,1 0 0 0 0,0 1-1 0 0,-1-1 1 0 0,1 0 0 0 0,0 1 0 0 0,0-1 0 0 0,0 0-1 0 0,0 0 1 0 0,0 0 0 0 0,0 0 0 0 0,1 0 0 0 0,-1 0 0 0 0,0 0-1 0 0,0 0 1 0 0,1 0 0 0 0,-1-1 0 0 0,0 1 0 0 0,1 0-1 0 0,-1-1 1 0 0,1 1 0 0 0,-1-1 0 0 0,1 0 0 0 0,-1 1-1 0 0,1-1 1 0 0,-1 0 0 0 0,1 0 0 0 0,-1 0 0 0 0,1 0 0 0 0,0 0-1 0 0,-1 0 1 0 0,1-1 0 0 0,-1 1 0 0 0,1 0 0 0 0,-1-1-1 0 0,0 1 1 0 0,1-1 0 0 0,1-1 0 0 0,13-5 188 0 0,0-2-1 0 0,24-17 1 0 0,-30 19-89 0 0,1-1 1 0 0,0 2-1 0 0,0-1 1 0 0,1 1 0 0 0,0 1-1 0 0,0 0 1 0 0,13-3-1 0 0,-23 8-74 0 0,0-1 0 0 0,0 1-1 0 0,0 0 1 0 0,0 0 0 0 0,0 0 0 0 0,1 0-1 0 0,-1 0 1 0 0,0 0 0 0 0,0 0-1 0 0,0 1 1 0 0,0-1 0 0 0,0 1 0 0 0,0 0-1 0 0,-1-1 1 0 0,1 1 0 0 0,0 0-1 0 0,3 2 1 0 0,-2 0 38 0 0,-1-1 0 0 0,0 0 0 0 0,0 0 0 0 0,0 1 0 0 0,0-1 0 0 0,0 1 0 0 0,0 0 0 0 0,-1-1 0 0 0,1 1 0 0 0,1 5 0 0 0,1 3 89 0 0,-1 0-1 0 0,-1 1 0 0 0,0-1 0 0 0,0 1 1 0 0,0 14-1 0 0,-3 21-893 0 0,-5-99-9769 0 0,7 36 7877 0 0,5-24-1 0 0,-3 24 2049 0 0,8-21-1 0 0,-4 20 1658 0 0,0 1 1 0 0,0 0-1 0 0,2 1 1 0 0,0 0-1 0 0,1 0 1 0 0,0 1-1 0 0,1 1 1 0 0,0-1-1 0 0,2 2 1 0 0,-1 0-1 0 0,1 0 1 0 0,26-16-1 0 0,-35 24-793 0 0,1 1 0 0 0,-1 0 0 0 0,1 1 0 0 0,0-1 0 0 0,0 1 0 0 0,1 0-1 0 0,-1 0 1 0 0,0 1 0 0 0,1-1 0 0 0,-1 1 0 0 0,7 0 0 0 0,-13 2-285 0 0,1 1-1 0 0,-1-1 1 0 0,1 1 0 0 0,-1-1-1 0 0,0 1 1 0 0,0-1 0 0 0,0 1-1 0 0,0-1 1 0 0,-2 2 0 0 0,-56 55-2628 0 0,-13 13-223 0 0,64-61 2709 0 0,-1 0-1 0 0,2 1 1 0 0,0-1-1 0 0,0 1 1 0 0,-9 21-1 0 0,15-27 123 0 0,-1-1-1 0 0,1 0 1 0 0,-1 0-1 0 0,1 1 1 0 0,1-1-1 0 0,-1 1 1 0 0,0-1-1 0 0,1 1 1 0 0,0-1-1 0 0,0 1 1 0 0,1-1-1 0 0,1 9 1 0 0,-1-10-530 0 0,0 0 0 0 0,0 0 0 0 0,0 0 0 0 0,0-1 0 0 0,1 1-1 0 0,-1-1 1 0 0,5 5 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2.4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316 115 9671 0 0,'-4'7'1235'0'0,"-1"-1"0"0"0,1 1 0 0 0,0 0 0 0 0,1 1 0 0 0,-1-1-1 0 0,-3 15 1 0 0,-9 47 1783 0 0,13-52-2815 0 0,1 0 1 0 0,1 1 0 0 0,0 21 0 0 0,2-29-424 0 0,0 1 0 0 0,0 0-1 0 0,1-1 1 0 0,0 0 0 0 0,1 1 0 0 0,6 14 0 0 0,-9-24 169 0 0,0-1-1 0 0,1 0 1 0 0,-1 1 0 0 0,0-1-1 0 0,0 1 1 0 0,0-1 0 0 0,1 1-1 0 0,-1-1 1 0 0,0 0-1 0 0,1 1 1 0 0,-1-1 0 0 0,0 0-1 0 0,1 1 1 0 0,-1-1 0 0 0,0 0-1 0 0,1 1 1 0 0,-1-1-1 0 0,0 0 1 0 0,1 0 0 0 0,-1 0-1 0 0,1 1 1 0 0,-1-1 0 0 0,1 0-1 0 0,-1 0 1 0 0,0 0 0 0 0,1 0-1 0 0,0 0 1 0 0,0 0-4 0 0,0 0 0 0 0,-1 0 0 0 0,1-1 0 0 0,0 1 0 0 0,0 0 0 0 0,-1-1 0 0 0,1 1 0 0 0,0-1 0 0 0,0 1 0 0 0,-1-1 0 0 0,1 1 1 0 0,-1-1-1 0 0,1 1 0 0 0,0-2 0 0 0,4-4-105 0 0,0-1 1 0 0,6-12-1 0 0,-7 11 165 0 0,52-85-5 0 0,100-151-8 0 0,-152 238 177 0 0,1 0 0 0 0,0 0 0 0 0,0 1 1 0 0,0-1-1 0 0,12-8 0 0 0,-15 13-104 0 0,-1 0 0 0 0,1 0 1 0 0,-1 1-1 0 0,1-1 0 0 0,-1 0 0 0 0,1 1 1 0 0,-1-1-1 0 0,1 0 0 0 0,0 1 1 0 0,-1 0-1 0 0,1 0 0 0 0,0-1 1 0 0,-1 1-1 0 0,1 0 0 0 0,0 0 0 0 0,-1 0 1 0 0,1 1-1 0 0,0-1 0 0 0,0 0 1 0 0,-1 1-1 0 0,1-1 0 0 0,-1 1 1 0 0,1-1-1 0 0,0 1 0 0 0,-1 0 0 0 0,1-1 1 0 0,-1 1-1 0 0,0 0 0 0 0,1 0 1 0 0,-1 0-1 0 0,3 3 0 0 0,2 2 16 0 0,-1 1 0 0 0,1 0 0 0 0,-1 1 0 0 0,0-1-1 0 0,-1 1 1 0 0,1 0 0 0 0,-2 0 0 0 0,1 1 0 0 0,-1-1 0 0 0,0 1 0 0 0,-1 0-1 0 0,2 11 1 0 0,0 8-91 0 0,-1-1 0 0 0,-2 49 0 0 0,-2-64-133 0 0,0 1-1 0 0,0-1 1 0 0,-1 1-1 0 0,-1-1 0 0 0,0 0 1 0 0,-1 0-1 0 0,-6 15 0 0 0,8-23-25 0 0,0-1-1 0 0,0 1 0 0 0,0-1 0 0 0,0 1 1 0 0,-1-1-1 0 0,0 0 0 0 0,1 0 1 0 0,-1 0-1 0 0,0-1 0 0 0,0 1 0 0 0,-5 3 1 0 0,5-5-52 0 0,0 0 0 0 0,1 0 0 0 0,-1 0 0 0 0,0 0 0 0 0,0 0 0 0 0,0 0 0 0 0,0-1 0 0 0,0 1 0 0 0,0-1 0 0 0,0 0 0 0 0,0 0 1 0 0,0 0-1 0 0,0 0 0 0 0,0-1 0 0 0,0 1 0 0 0,1-1 0 0 0,-5-1 0 0 0,-2-1-568 0 0,0-1-1 0 0,1 1 1 0 0,-1-2 0 0 0,1 1-1 0 0,0-1 1 0 0,-13-11 0 0 0,17 13 812 0 0,1 0 1 0 0,-1 0-1 0 0,0-1 1 0 0,1 1-1 0 0,0-1 0 0 0,0 0 1 0 0,0 0-1 0 0,1 0 1 0 0,-1 0-1 0 0,1-1 1 0 0,0 1-1 0 0,0-1 1 0 0,1 1-1 0 0,-3-9 1 0 0,4 11 197 0 0,1-1 0 0 0,-1 0-1 0 0,0 1 1 0 0,1-1 0 0 0,-1 1 0 0 0,1-1 0 0 0,0 0 0 0 0,0 1 0 0 0,0-1 0 0 0,0 1 0 0 0,0 0 0 0 0,1-1 0 0 0,-1 1-1 0 0,1 0 1 0 0,-1 0 0 0 0,1 0 0 0 0,0 0 0 0 0,0 0 0 0 0,0 0 0 0 0,0 1 0 0 0,0-1 0 0 0,4-2 0 0 0,0 0 100 0 0,0 1-1 0 0,0-1 1 0 0,1 1 0 0 0,-1 0 0 0 0,1 0 0 0 0,0 1 0 0 0,9-3 0 0 0,-12 4-242 0 0,1 0 0 0 0,0 1 0 0 0,0-1 1 0 0,-1 1-1 0 0,1 0 0 0 0,7 1 0 0 0,-12-1-88 0 0,0 0 0 0 0,1 0-1 0 0,-1 1 1 0 0,0-1 0 0 0,0 0-1 0 0,0 0 1 0 0,0 1 0 0 0,0-1-1 0 0,1 0 1 0 0,-1 0 0 0 0,0 1-1 0 0,0-1 1 0 0,0 0 0 0 0,0 0-1 0 0,0 1 1 0 0,0-1 0 0 0,0 0-1 0 0,0 0 1 0 0,0 1 0 0 0,0-1-1 0 0,0 0 1 0 0,0 0 0 0 0,0 1-1 0 0,0-1 1 0 0,0 0 0 0 0,0 1-1 0 0,0-1 1 0 0,-1 0-1 0 0,1 0 1 0 0,0 1 0 0 0,0-1-1 0 0,0 0 1 0 0,0 0 0 0 0,0 0-1 0 0,-1 1 1 0 0,1-1 0 0 0,0 0-1 0 0,0 0 1 0 0,0 0 0 0 0,-1 0-1 0 0,1 1 1 0 0,0-1 0 0 0,-11 12-829 0 0,10-11 773 0 0,-45 43-1776 0 0,-11 12 358 0 0,51-50 1479 0 0,1 1 0 0 0,0 0 0 0 0,0 0 0 0 0,1 0 0 0 0,-1 1-1 0 0,2-1 1 0 0,-4 10 0 0 0,6-16 46 0 0,1 0 0 0 0,-1 0 0 0 0,1 0-1 0 0,0 0 1 0 0,-1 0 0 0 0,1 0 0 0 0,0 0 0 0 0,0 0 0 0 0,0 0 0 0 0,-1 1 0 0 0,1-1 0 0 0,0 0-1 0 0,1 0 1 0 0,-1 0 0 0 0,0 0 0 0 0,0 0 0 0 0,0 0 0 0 0,1 0 0 0 0,-1 0 0 0 0,0 1-1 0 0,1-1 1 0 0,-1 0 0 0 0,1 0 0 0 0,0-1 0 0 0,-1 1 0 0 0,2 2 0 0 0,0-2 20 0 0,-1 0 1 0 0,1-1 0 0 0,-1 1-1 0 0,1-1 1 0 0,0 1 0 0 0,-1-1-1 0 0,1 1 1 0 0,0-1 0 0 0,0 0-1 0 0,-1 0 1 0 0,1 0 0 0 0,0 0-1 0 0,0 0 1 0 0,-1 0 0 0 0,1 0-1 0 0,3-2 1 0 0,26-9 566 0 0,-27 9-456 0 0,0 1-1 0 0,0-1 1 0 0,0 1-1 0 0,0-1 1 0 0,1 1 0 0 0,-1 0-1 0 0,0 1 1 0 0,0-1 0 0 0,1 1-1 0 0,5 0 1 0 0,-9 0-166 0 0,-1 0 0 0 0,1 0-1 0 0,0 1 1 0 0,-1-1 0 0 0,1 1 0 0 0,-1-1 0 0 0,1 1 0 0 0,-1-1 0 0 0,1 1-1 0 0,-1-1 1 0 0,1 1 0 0 0,-1-1 0 0 0,1 1 0 0 0,-1-1 0 0 0,1 1-1 0 0,-1 0 1 0 0,0-1 0 0 0,0 1 0 0 0,1 0 0 0 0,-1-1 0 0 0,0 1 0 0 0,0 0-1 0 0,0 0 1 0 0,1-1 0 0 0,-1 1 0 0 0,0 0 0 0 0,0 0 0 0 0,0-1-1 0 0,0 1 1 0 0,-1 1 0 0 0,-2 25-99 0 0,3-24 83 0 0,-10 42-154 0 0,-15 44 1 0 0,-5 22 439 0 0,26-93-14 0 0,1 1-1 0 0,1-1 1 0 0,1 1 0 0 0,1 22 0 0 0,0-37-148 0 0,1 0 0 0 0,0 0 0 0 0,-1-1 0 0 0,1 1 0 0 0,1 0 0 0 0,-1 0 0 0 0,0-1 0 0 0,1 1 0 0 0,0-1 0 0 0,0 1 0 0 0,2 3 0 0 0,-3-6-89 0 0,0 0-1 0 0,0 0 1 0 0,0 0 0 0 0,0 0 0 0 0,0 0 0 0 0,0 0-1 0 0,0-1 1 0 0,0 1 0 0 0,0 0 0 0 0,0 0 0 0 0,0-1-1 0 0,1 1 1 0 0,-1-1 0 0 0,0 1 0 0 0,1-1 0 0 0,-1 1-1 0 0,0-1 1 0 0,1 0 0 0 0,-1 0 0 0 0,0 0 0 0 0,1 0-1 0 0,-1 0 1 0 0,0 0 0 0 0,1 0 0 0 0,-1 0 0 0 0,0 0-1 0 0,1 0 1 0 0,-1-1 0 0 0,0 1 0 0 0,1-1 0 0 0,-1 1-1 0 0,0-1 1 0 0,0 1 0 0 0,2-2 0 0 0,5-3-94 0 0,-1 0-1 0 0,-1-1 1 0 0,1 1 0 0 0,-1-1 0 0 0,0-1-1 0 0,8-10 1 0 0,29-46-413 0 0,-31 43 309 0 0,55-92-363 0 0,20-29 321 0 0,-85 137 241 0 0,24-30 125 0 0,-25 32-101 0 0,1 0-1 0 0,0 0 0 0 0,0 0 1 0 0,-1 1-1 0 0,1-1 0 0 0,0 1 1 0 0,0-1-1 0 0,1 1 0 0 0,-1 0 1 0 0,0 0-1 0 0,0 0 0 0 0,1 0 1 0 0,-1 0-1 0 0,3 0 1 0 0,-4 1-6 0 0,0 0 0 0 0,0 0 1 0 0,1 0-1 0 0,-1 0 1 0 0,0 1-1 0 0,0-1 1 0 0,0 0-1 0 0,0 1 1 0 0,0-1-1 0 0,0 1 0 0 0,0-1 1 0 0,0 1-1 0 0,0 0 1 0 0,0-1-1 0 0,0 1 1 0 0,0 0-1 0 0,0 0 1 0 0,-1 0-1 0 0,1-1 0 0 0,0 1 1 0 0,-1 0-1 0 0,1 0 1 0 0,0 0-1 0 0,-1 0 1 0 0,1 0-1 0 0,0 2 1 0 0,1 3 120 0 0,1 1 0 0 0,3 13 1 0 0,-4-15-151 0 0,4 25-9 0 0,0 0-1 0 0,-1 0 0 0 0,0 45 1 0 0,-12 92-378 0 0,6-151 184 0 0,-1 0 1 0 0,-1 0 0 0 0,0 0-1 0 0,-11 27 1 0 0,12-37 1 0 0,0-1 0 0 0,-1 0 1 0 0,1 0-1 0 0,-1 0 0 0 0,-1 0 1 0 0,1 0-1 0 0,-1-1 0 0 0,1 1 1 0 0,-1-1-1 0 0,-1 0 0 0 0,1 0 0 0 0,0 0 1 0 0,-1-1-1 0 0,0 0 0 0 0,0 0 1 0 0,-9 4-1 0 0,1-2-461 0 0,-1-1 0 0 0,0 0 1 0 0,0-2-1 0 0,0 1 0 0 0,0-2 0 0 0,-1 0 0 0 0,-19-1 1 0 0,-101-15-2977 0 0,74 4 2794 0 0,1-2 0 0 0,1-3 0 0 0,0-3-1 0 0,2-2 1 0 0,0-2 0 0 0,1-3 0 0 0,-69-44 0 0 0,113 63 782 0 0,9 5 417 0 0,-1 0 0 0 0,1 0 0 0 0,-1 0 0 0 0,1-1 1 0 0,0 1-1 0 0,2-14 5360 0 0,1 16-5574 0 0,15-7 2226 0 0,-13 6-1939 0 0,32-11 1362 0 0,1 1 1 0 0,55-9 0 0 0,-44 10-1061 0 0,280-57 2107 0 0,-181 38-2411 0 0,-3 2-289 0 0,155-37-112 0 0,-219 43-1711 0 0,-41 11-5997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2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0 249 17047 0 0,'65'-11'4271'0'0,"34"-3"-2091"0"0,-2 1-1803 0 0,279-58 430 0 0,-296 50-1633 0 0,0-4-1 0 0,124-56 1 0 0,-179 68-450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3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502 0 9215 0 0,'-14'22'869'0'0,"2"-1"0"0"0,0 2 1 0 0,1-1-1 0 0,-14 45 0 0 0,-75 315 6130 0 0,-7 19-4457 0 0,-40-44-2236 0 0,141-346-342 0 0,-17 31-83 0 0,20-38-30 0 0,1-1-1 0 0,-1 0 1 0 0,0 1 0 0 0,1-1-1 0 0,-1 0 1 0 0,-1 0-1 0 0,1-1 1 0 0,-7 5-1 0 0,-1-4-1909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3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3 11055 0 0,'2'-1'481'0'0,"0"1"-1"0"0,1-1 1 0 0,-1 1 0 0 0,0 0-1 0 0,1 0 1 0 0,-1 0-1 0 0,1 0 1 0 0,-1 0-1 0 0,0 0 1 0 0,1 1-1 0 0,-1-1 1 0 0,0 1 0 0 0,1 0-1 0 0,-1-1 1 0 0,0 1-1 0 0,0 0 1 0 0,0 1-1 0 0,0-1 1 0 0,3 2-1 0 0,-3-2-387 0 0,0 0 1 0 0,0 1-1 0 0,0-1 0 0 0,-1 1 0 0 0,1-1 0 0 0,0 1 0 0 0,-1 0 0 0 0,1 0 0 0 0,-1 0 0 0 0,0-1 0 0 0,0 1 0 0 0,0 0 0 0 0,0 0 0 0 0,0 1 0 0 0,0-1 0 0 0,0 0 0 0 0,0 0 0 0 0,-1 0 0 0 0,1 1 0 0 0,-1 2 0 0 0,-1 2-181 0 0,0 0-1 0 0,0 0 1 0 0,0-1-1 0 0,-1 1 0 0 0,0-1 1 0 0,-1 1-1 0 0,0-1 1 0 0,0 0-1 0 0,-6 10 0 0 0,-6 6-1400 0 0,-20 23-1 0 0,18-25 560 0 0,-21 29-4322 0 0,-37 62 0 0 0,74-109 5361 0 0,-1 0 0 0 0,1 0 0 0 0,0 0 0 0 0,1 0 0 0 0,-1 1 0 0 0,0-1 0 0 0,1 0 1 0 0,-1 0-1 0 0,1 0 0 0 0,-1 4 0 0 0,1-5 69 0 0,0 0 1 0 0,0-1-1 0 0,1 1 1 0 0,-1 0-1 0 0,0-1 1 0 0,0 1-1 0 0,1 0 1 0 0,-1-1-1 0 0,0 1 1 0 0,1-1-1 0 0,-1 1 1 0 0,1 0-1 0 0,-1-1 1 0 0,0 1-1 0 0,1-1 1 0 0,-1 1-1 0 0,1-1 1 0 0,0 1-1 0 0,-1-1 1 0 0,1 0-1 0 0,-1 1 1 0 0,1-1-1 0 0,0 0 1 0 0,-1 1-1 0 0,1-1 0 0 0,0 0 1 0 0,-1 0-1 0 0,1 0 1 0 0,0 1-1 0 0,0-1 1 0 0,-1 0-1 0 0,1 0 1 0 0,0 0-1 0 0,-1 0 1 0 0,1 0-1 0 0,0 0 1 0 0,0-1-1 0 0,6 1 103 0 0,0-1 0 0 0,-1 0 0 0 0,1-1 0 0 0,-1 1 0 0 0,0-1 0 0 0,1-1 0 0 0,-1 1 0 0 0,0-1-1 0 0,0 0 1 0 0,-1 0 0 0 0,1-1 0 0 0,-1 0 0 0 0,6-4 0 0 0,6-7-191 0 0,0-1 1 0 0,20-24-1 0 0,-19 19-991 0 0,17-27 0 0 0,-6-2-4241 0 0,-44 88 2221 0 0,-4 31 2862 0 0,9-28-186 0 0,-1 9 323 0 0,7-30-14 0 0,-1 0 0 0 0,-8 21-1 0 0,13-40-84 0 0,0 0-1 0 0,0-1 1 0 0,-1 1-1 0 0,1 0 1 0 0,0-1-1 0 0,-1 1 1 0 0,1 0-1 0 0,0-1 0 0 0,-1 1 1 0 0,1 0-1 0 0,-1-1 1 0 0,1 1-1 0 0,-1-1 1 0 0,1 1-1 0 0,-1-1 1 0 0,1 1-1 0 0,-1-1 1 0 0,0 0-1 0 0,1 1 0 0 0,-1-1 1 0 0,0 1-1 0 0,0-1-23 0 0,1 0 0 0 0,-1 0 0 0 0,1 0 0 0 0,-1-1 0 0 0,1 1 0 0 0,-1 0-1 0 0,1 0 1 0 0,-1 0 0 0 0,1-1 0 0 0,0 1 0 0 0,-1 0 0 0 0,1 0 0 0 0,-1-1 0 0 0,1 1-1 0 0,0 0 1 0 0,-1-1 0 0 0,1 1 0 0 0,0-1 0 0 0,-1 1 0 0 0,1 0 0 0 0,0-1 0 0 0,-1 0-1 0 0,0-2-137 0 0,-1 0 0 0 0,1 0 0 0 0,-1 0 0 0 0,1-1 0 0 0,0 1 0 0 0,1 0 0 0 0,-2-6 0 0 0,2 1 362 0 0,1 0 0 0 0,0 0 0 0 0,0 1 0 0 0,0-1 0 0 0,1 0 0 0 0,0 1 0 0 0,1-1 0 0 0,0 1 0 0 0,0 0 0 0 0,0 0 0 0 0,1 0 0 0 0,0 0 0 0 0,0 1 0 0 0,1 0 0 0 0,0-1 0 0 0,0 2 0 0 0,9-9 0 0 0,-1 2 437 0 0,1 0-1 0 0,0 2 1 0 0,1-1-1 0 0,0 2 1 0 0,1 0-1 0 0,27-11 1 0 0,-34 16-87 0 0,1 0-1 0 0,0 1 1 0 0,-1 1-1 0 0,2-1 1 0 0,-1 2 0 0 0,0-1-1 0 0,0 1 1 0 0,0 1-1 0 0,1 0 1 0 0,19 2 0 0 0,-29-1-503 0 0,0-1 0 0 0,0 0 0 0 0,0 0 1 0 0,1 0-1 0 0,-1 1 0 0 0,0-1 0 0 0,0 0 1 0 0,0 1-1 0 0,0-1 0 0 0,0 1 1 0 0,-1-1-1 0 0,1 1 0 0 0,0 0 0 0 0,0-1 1 0 0,0 1-1 0 0,0 0 0 0 0,-1 0 0 0 0,1 0 1 0 0,0-1-1 0 0,-1 1 0 0 0,2 1 0 0 0,-2 0-46 0 0,0-1-1 0 0,0 0 0 0 0,0 0 0 0 0,0 0 0 0 0,0 0 0 0 0,0 0 0 0 0,0 0 0 0 0,0 0 0 0 0,0 0 1 0 0,0 0-1 0 0,-1 0 0 0 0,1 0 0 0 0,0 0 0 0 0,-1 0 0 0 0,1 0 0 0 0,-1 0 0 0 0,0 2 0 0 0,-5 4-433 0 0,1 0-1 0 0,-1 0 1 0 0,0-1-1 0 0,-9 7 1 0 0,9-7-130 0 0,-16 14-1128 0 0,-17 17-1606 0 0,35-33 2975 0 0,1 0-1 0 0,0 0 1 0 0,0 0-1 0 0,0 1 1 0 0,1-1 0 0 0,0 1-1 0 0,-4 9 1 0 0,6-13 319 0 0,0-1 0 0 0,0 1-1 0 0,0-1 1 0 0,-1 1 0 0 0,1-1 0 0 0,1 1 0 0 0,-1-1 0 0 0,0 1 0 0 0,0-1 0 0 0,0 1 0 0 0,0-1 0 0 0,0 1-1 0 0,0-1 1 0 0,1 1 0 0 0,-1-1 0 0 0,0 1 0 0 0,0-1 0 0 0,1 1 0 0 0,-1-1 0 0 0,0 0 0 0 0,0 1 0 0 0,1-1-1 0 0,-1 1 1 0 0,1-1 0 0 0,-1 0 0 0 0,0 1 0 0 0,1-1 0 0 0,-1 0 0 0 0,1 0 0 0 0,-1 1 0 0 0,1-1 0 0 0,-1 0 0 0 0,1 0-1 0 0,-1 0 1 0 0,1 1 0 0 0,-1-1 0 0 0,1 0 0 0 0,-1 0 0 0 0,2 0 0 0 0,27 3 1186 0 0,-19-3-714 0 0,10 2 4 0 0,5 1-111 0 0,25 7 0 0 0,-44-9-417 0 0,1 1 0 0 0,-1 0 1 0 0,0 1-1 0 0,0-1 0 0 0,1 1 1 0 0,-2 1-1 0 0,1-1 0 0 0,10 8 0 0 0,-16-10 63 0 0,1-1-1 0 0,0 1 0 0 0,-1-1 1 0 0,1 1-1 0 0,-1 0 0 0 0,0-1 1 0 0,1 1-1 0 0,-1 0 0 0 0,1-1 0 0 0,-1 1 1 0 0,0 0-1 0 0,1-1 0 0 0,-1 1 1 0 0,0 0-1 0 0,0 0 0 0 0,0-1 1 0 0,0 1-1 0 0,0 0 0 0 0,0 0 1 0 0,0 0-1 0 0,0-1 0 0 0,0 1 1 0 0,0 1-1 0 0,0 0-20 0 0,-1 0-1 0 0,0-1 1 0 0,1 1 0 0 0,-1 0 0 0 0,0 0-1 0 0,0-1 1 0 0,0 1 0 0 0,0 0 0 0 0,-2 1-1 0 0,-2 2-116 0 0,-1 1 0 0 0,1-2 0 0 0,-13 9-1 0 0,-15 7-1268 0 0,-2-2-1 0 0,-1-1 1 0 0,-56 18-1 0 0,64-25 1626 0 0,21-7 326 0 0,1 0-1 0 0,0 0 0 0 0,-9 7 1 0 0,12-9-2 0 0,1 1 0 0 0,0 0 0 0 0,0 0 0 0 0,-1-1 0 0 0,1 2 0 0 0,1-1 0 0 0,-1 0-1 0 0,0 0 1 0 0,0 1 0 0 0,1-1 0 0 0,-2 4 0 0 0,2-2-230 0 0,1 0 0 0 0,0 0 0 0 0,1 0 0 0 0,-1 0 0 0 0,0 0 0 0 0,1 0-1 0 0,0 0 1 0 0,0 0 0 0 0,1 0 0 0 0,2 7 0 0 0,1 3 87 0 0,7 28 573 0 0,-1 1 0 0 0,9 80 0 0 0,-21-107-1435 0 0,-2-14-967 0 0,-4-8-659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4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233 59 3679 0 0,'0'-3'-86'0'0,"0"1"281"0"0,0 1 1 0 0,0-1 0 0 0,0 0 0 0 0,0 0-1 0 0,0 0 1 0 0,0 0 0 0 0,0 0-1 0 0,1 1 1 0 0,-1-1 0 0 0,1 0-1 0 0,-1 0 1 0 0,1 0 0 0 0,0 1-1 0 0,-1-1 1 0 0,1 0 0 0 0,0 1 0 0 0,0-1-1 0 0,0 1 1 0 0,1-1 0 0 0,-1 1-1 0 0,2-3 1 0 0,0 3 253 0 0,-1-1-1 0 0,0 0 1 0 0,0 1-1 0 0,1-1 1 0 0,-1 1 0 0 0,1 0-1 0 0,0 0 1 0 0,-1 0-1 0 0,1 0 1 0 0,0 0 0 0 0,-1 1-1 0 0,1-1 1 0 0,0 1-1 0 0,0-1 1 0 0,4 1 0 0 0,-4 0-314 0 0,-1 1 1 0 0,1-1-1 0 0,-1 1 1 0 0,1-1-1 0 0,-1 1 1 0 0,1 0-1 0 0,-1 0 1 0 0,0 0-1 0 0,1 0 1 0 0,-1 0-1 0 0,2 2 1 0 0,-3-3-132 0 0,-1 0 1 0 0,0 1-1 0 0,1-1 1 0 0,-1 1-1 0 0,0-1 1 0 0,0 0-1 0 0,1 1 0 0 0,-1-1 1 0 0,0 1-1 0 0,0-1 1 0 0,0 1-1 0 0,0-1 1 0 0,1 1-1 0 0,-1-1 0 0 0,0 1 1 0 0,0-1-1 0 0,0 1 1 0 0,0-1-1 0 0,0 1 1 0 0,0-1-1 0 0,0 1 0 0 0,-1-1 1 0 0,1 1-1 0 0,0-1 1 0 0,0 1-1 0 0,0-1 1 0 0,0 0-1 0 0,-1 1 0 0 0,1-1 1 0 0,0 1-1 0 0,0-1 1 0 0,-1 1-1 0 0,1-1 1 0 0,0 0-1 0 0,-1 1 0 0 0,1-1 1 0 0,-1 1-1 0 0,-14 14-379 0 0,14-15 342 0 0,-28 22-1839 0 0,-35 20 0 0 0,2-1-53 0 0,42-27 1627 0 0,1 1 1 0 0,0 1 0 0 0,-23 24-1 0 0,37-34 742 0 0,0 0 0 0 0,0 1-1 0 0,0-1 1 0 0,1 1 0 0 0,0-1 0 0 0,0 1-1 0 0,1 1 1 0 0,0-1 0 0 0,0 0 0 0 0,1 1-1 0 0,-1 0 1 0 0,2-1 0 0 0,-1 1 0 0 0,0 11-1 0 0,2-16-287 0 0,0-1-1 0 0,0 1 0 0 0,0-1 1 0 0,1 0-1 0 0,-1 1 1 0 0,1-1-1 0 0,-1 1 0 0 0,1-1 1 0 0,0 0-1 0 0,0 0 1 0 0,0 1-1 0 0,0-1 0 0 0,0 0 1 0 0,0 0-1 0 0,1 0 1 0 0,-1 0-1 0 0,4 3 0 0 0,-3-3-31 0 0,1 0 0 0 0,0-1 0 0 0,0 1 0 0 0,-1 0 0 0 0,1-1 0 0 0,0 0 0 0 0,0 0 0 0 0,1 0-1 0 0,-1 0 1 0 0,0 0 0 0 0,6 0 0 0 0,6 0 119 0 0,1-1 0 0 0,-1-1-1 0 0,1 0 1 0 0,22-5 0 0 0,-26 4-60 0 0,93-17 492 0 0,54-9-187 0 0,-74 16-306 0 0,-1-2 110 0 0,158-4-1 0 0,-62 22-481 0 0,-179-4 131 0 0,1 0 0 0 0,-1 0 0 0 0,0 0 0 0 0,1 0 0 0 0,-1 1 0 0 0,1-1 0 0 0,-1 0 0 0 0,0 1 1 0 0,1-1-1 0 0,-1 1 0 0 0,0 0 0 0 0,0-1 0 0 0,0 1 0 0 0,1 0 0 0 0,0 1 0 0 0,2 2-661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5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59 18431 0 0,'1'-1'3040'0'0,"2"0"-2472"0"0,2 0 0 0 0,4-1-440 0 0,4-3-128 0 0,4 0 64 0 0,3-1-64 0 0,3-1-456 0 0,3-1-128 0 0,2 0-24 0 0,2 0-5120 0 0,4 1-1016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6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21191 0 0,'1'12'422'0'0,"0"-1"0"0"0,1 0 0 0 0,1 0 1 0 0,0 0-1 0 0,8 19 0 0 0,-1 1-155 0 0,13 40-218 0 0,40 132-222 0 0,-52-156-109 0 0,-1 0 1 0 0,5 69-1 0 0,-14-83-360 0 0,-1-1 1 0 0,-7 46-1 0 0,2-45-1462 0 0,-1-1-1 0 0,-15 42 0 0 0,21-73 2100 0 0,0-1 0 0 0,0 0 0 0 0,0 1 0 0 0,0-1 0 0 0,0 0 0 0 0,0 0 0 0 0,0 1-1 0 0,0-1 1 0 0,0 0 0 0 0,0 0 0 0 0,0 1 0 0 0,-1-1 0 0 0,1 0 0 0 0,0 0 0 0 0,0 0 0 0 0,0 1 0 0 0,-1-1-1 0 0,1 0 1 0 0,0 0 0 0 0,0 0 0 0 0,0 1 0 0 0,-1-1 0 0 0,1 0 0 0 0,0 0 0 0 0,0 0 0 0 0,-1 0-1 0 0,1 0 1 0 0,0 0 0 0 0,0 0 0 0 0,-1 1 0 0 0,-6-7 250 0 0,-4-18 380 0 0,10 21-625 0 0,-6-14-197 0 0,1 0 0 0 0,1-1 1 0 0,1 1-1 0 0,1-1 0 0 0,0 0 0 0 0,1-1 0 0 0,1 1 0 0 0,1 0 0 0 0,1 0 0 0 0,0-1 0 0 0,1 1 0 0 0,6-24 0 0 0,-1 14 81 0 0,1 2 0 0 0,1-1 0 0 0,2 1 0 0 0,0 1 0 0 0,2 0-1 0 0,0 0 1 0 0,24-31 0 0 0,-20 35 384 0 0,0 1 1 0 0,1 0-1 0 0,1 1 1 0 0,0 1-1 0 0,33-23 0 0 0,-37 31 78 0 0,0 1-1 0 0,0 0 1 0 0,1 1-1 0 0,0 1 1 0 0,0 0-1 0 0,1 1 1 0 0,0 1-1 0 0,0 1 1 0 0,22-3-1 0 0,-32 6-12 0 0,-1 1 1 0 0,1-1-1 0 0,-1 2 0 0 0,1-1 0 0 0,-1 1 0 0 0,12 3 1 0 0,-14-3-178 0 0,-1 0 0 0 0,1 0 0 0 0,-1 0 0 0 0,0 1 0 0 0,0 0 1 0 0,0 0-1 0 0,0 0 0 0 0,0 0 0 0 0,0 0 0 0 0,0 0 0 0 0,0 1 1 0 0,-1-1-1 0 0,5 6 0 0 0,-7-6-143 0 0,1-1 0 0 0,-1 0-1 0 0,1 1 1 0 0,-1-1 0 0 0,1 1 0 0 0,-1-1 0 0 0,0 1 0 0 0,0-1 0 0 0,0 1 0 0 0,0 0 0 0 0,0-1-1 0 0,0 1 1 0 0,0-1 0 0 0,0 1 0 0 0,-1-1 0 0 0,1 1 0 0 0,0-1 0 0 0,-1 1 0 0 0,1-1 0 0 0,-2 3-1 0 0,-17 27-78 0 0,19-31 64 0 0,-14 18-139 0 0,-1-1 0 0 0,0-1 0 0 0,-1 0 0 0 0,-22 16 0 0 0,13-11-84 0 0,-79 60-607 0 0,17-14 247 0 0,78-60 557 0 0,1 1 0 0 0,0-1 0 0 0,0 1 0 0 0,1 1 1 0 0,0-1-1 0 0,-10 18 0 0 0,16-24 96 0 0,-1 0 1 0 0,1 1-1 0 0,0-1 1 0 0,0 0-1 0 0,0 1 1 0 0,1-1-1 0 0,-1 1 1 0 0,1 0-1 0 0,-1-1 1 0 0,1 1-1 0 0,0-1 1 0 0,0 1-1 0 0,0 0 1 0 0,0-1-1 0 0,0 1 1 0 0,1-1-1 0 0,-1 1 1 0 0,1-1-1 0 0,0 1 1 0 0,-1-1-1 0 0,1 1 1 0 0,0-1-1 0 0,1 0 1 0 0,-1 1-1 0 0,0-1 1 0 0,1 0-1 0 0,-1 0 1 0 0,1 0-1 0 0,0 0 1 0 0,-1 0-1 0 0,1 0 1 0 0,0 0-1 0 0,0-1 1 0 0,3 2-1 0 0,12 9 188 0 0,0-1 0 0 0,1-1 0 0 0,28 11 0 0 0,60 19-168 0 0,-86-33-72 0 0,0 0-167 0 0,0 0-1 0 0,1-2 1 0 0,0 0-1 0 0,32 3 1 0 0,-27-9-428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6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1 101 20735 0 0,'33'-3'3931'0'0,"18"-6"-2726"0"0,-13 2-824 0 0,213-38-316 0 0,-86 9-7147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6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17503 0 0,'-3'36'2019'0'0,"2"38"0"0"0,13 91-389 0 0,-8-119-1531 0 0,21 155 219 0 0,-19-166-1055 0 0,2 1-1 0 0,2-2 0 0 0,22 55 1 0 0,-15-54-6734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7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21655 0 0,'23'34'2407'0'0,"18"55"-2306"0"0,-39-84 6 0 0,48 147 5 0 0,-15-36-331 0 0,-25-91 7 0 0,0 0 0 0 0,20 34 0 0 0,-29-57 209 0 0,0 0 0 0 0,1 0 1 0 0,-1 1-1 0 0,1-1 0 0 0,-1 0 0 0 0,1-1 0 0 0,0 1 0 0 0,2 2 0 0 0,-3-4-1 0 0,0 1 1 0 0,-1-1-1 0 0,1 0 0 0 0,-1 0 0 0 0,1 0 0 0 0,0 1 0 0 0,-1-1 0 0 0,1 0 0 0 0,0 0 1 0 0,-1 0-1 0 0,1 0 0 0 0,0 0 0 0 0,-1 0 0 0 0,1 0 0 0 0,0-1 0 0 0,-1 1 0 0 0,1 0 0 0 0,-1 0 1 0 0,1 0-1 0 0,0-1 0 0 0,-1 1 0 0 0,1 0 0 0 0,-1-1 0 0 0,1 1 0 0 0,-1 0 0 0 0,1-1 1 0 0,-1 1-1 0 0,1-1 0 0 0,-1 1 0 0 0,1-1 0 0 0,-1 1 0 0 0,1-1 0 0 0,-1 1 0 0 0,0-1 0 0 0,1 1 1 0 0,-1-1-1 0 0,1 0 0 0 0,6-11-138 0 0,1-1 1 0 0,-2 1 0 0 0,11-28-1 0 0,9-45-618 0 0,-7 23-425 0 0,-13 44 562 0 0,13-38-1562 0 0,-16 50 1781 0 0,-1 0 1 0 0,1 0-1 0 0,1 1 1 0 0,-1-1-1 0 0,1 1 1 0 0,6-8-1 0 0,-9 13 462 0 0,-1-1 1 0 0,1 1-1 0 0,-1-1 0 0 0,0 1 1 0 0,1 0-1 0 0,-1-1 0 0 0,1 1 1 0 0,-1 0-1 0 0,1 0 1 0 0,0-1-1 0 0,-1 1 0 0 0,1 0 1 0 0,-1 0-1 0 0,1 0 0 0 0,-1-1 1 0 0,1 1-1 0 0,0 0 0 0 0,-1 0 1 0 0,1 0-1 0 0,-1 0 1 0 0,1 0-1 0 0,0 0 0 0 0,-1 0 1 0 0,1 1-1 0 0,0-1 0 0 0,1 1 50 0 0,-1-1-1 0 0,0 1 1 0 0,1 0-1 0 0,-1 0 1 0 0,0 0-1 0 0,0 0 1 0 0,1 0-1 0 0,-1 0 1 0 0,0 0-1 0 0,1 2 1 0 0,3 4 447 0 0,-1 0 0 0 0,8 16 0 0 0,-9-18-271 0 0,17 40 338 0 0,-10-22-232 0 0,15 27 1 0 0,-21-44-237 0 0,0 0 0 0 0,0 0 0 0 0,1 0 0 0 0,-1 0 0 0 0,2-1-1 0 0,-1 0 1 0 0,0 0 0 0 0,11 7 0 0 0,-13-11-87 0 0,-1 1 0 0 0,1-1 0 0 0,0 0 0 0 0,0 1 0 0 0,0-1 0 0 0,0-1 0 0 0,0 1 0 0 0,0 0 1 0 0,1-1-1 0 0,-1 1 0 0 0,0-1 0 0 0,0 0 0 0 0,0 0 0 0 0,0 0 0 0 0,0-1 0 0 0,1 1 0 0 0,-1-1 0 0 0,0 0 0 0 0,0 0 0 0 0,0 0 0 0 0,0 0 0 0 0,0 0 0 0 0,-1-1 0 0 0,1 1 0 0 0,0-1 0 0 0,0 0 0 0 0,-1 1 0 0 0,1-1 0 0 0,2-3 0 0 0,3-3-16 0 0,-1 0 1 0 0,1 0-1 0 0,-1 0 0 0 0,-1-1 0 0 0,0 0 0 0 0,0-1 0 0 0,5-11 0 0 0,12-33-683 0 0,23-83 0 0 0,-40 118 393 0 0,7-24-398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7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0 20271 0 0,'5'20'845'0'0,"-1"-1"0"0"0,3 39-1 0 0,-4 42-832 0 0,-3-71 235 0 0,-3 155 759 0 0,-6-92-1986 0 0,-8-2-5407 0 0,10-65-797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7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0 324 3679 0 0,'7'-10'761'0'0,"1"-3"628"0"0,0 1 0 0 0,1 0 0 0 0,1 0 0 0 0,0 1 0 0 0,0 0 0 0 0,17-13 0 0 0,-2 8 260 0 0,0 2-1 0 0,1 0 0 0 0,1 2 1 0 0,47-16-1 0 0,-43 18-1478 0 0,-2-1 0 0 0,1-2 1 0 0,44-27-1 0 0,-64 33-716 0 0,0-1 1 0 0,-1 0-1 0 0,0 0 1 0 0,0-1-1 0 0,8-12 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7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70 1375 0 0,'-3'-26'3947'0'0,"2"20"-2771"0"0,0 0 0 0 0,0 0-1 0 0,0 0 1 0 0,-12-13 6508 0 0,14 20-7511 0 0,-4 14 927 0 0,14 405 3760 0 0,0-155-4118 0 0,-11-252-806 0 0,1 30 190 0 0,-6 56 0 0 0,4-87-409 0 0,-1 0 1 0 0,0 0 0 0 0,-1 0-1 0 0,-1 0 1 0 0,0-1 0 0 0,0 1-1 0 0,-1-1 1 0 0,-1 0 0 0 0,-8 14-1 0 0,-9 1-7650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18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375 302 10591 0 0,'-6'6'9305'0'0,"-7"2"-6074"0"0,7-4-3324 0 0,-22 18-304 0 0,0 1 1 0 0,2 1 0 0 0,0 2-1 0 0,2 0 1 0 0,0 2 0 0 0,-36 59-1 0 0,51-73 554 0 0,2 0 0 0 0,0 0 1 0 0,0 1-1 0 0,1 0 0 0 0,-5 23 0 0 0,17-55 75 0 0,1 0 0 0 0,1 1 0 0 0,0 0 0 0 0,20-27 0 0 0,-1-1-127 0 0,-13 19 6 0 0,-1-1 1 0 0,-1 0-1 0 0,-1-1 0 0 0,8-31 0 0 0,-15 41-33 0 0,0 1 0 0 0,-2-1 0 0 0,0 0 0 0 0,-1 0 0 0 0,0 0 0 0 0,-2 0 0 0 0,0 0 0 0 0,-5-24-1 0 0,3 26-142 0 0,-1 1-1 0 0,0 0 0 0 0,-1 0 0 0 0,0 0 0 0 0,-1 1 0 0 0,-16-26 1 0 0,19 35-9 0 0,0-1 0 0 0,-1 1 0 0 0,0-1 0 0 0,0 1 0 0 0,0 1 1 0 0,0-1-1 0 0,-1 1 0 0 0,1-1 0 0 0,-8-3 0 0 0,9 6-27 0 0,-1-1-1 0 0,0 1 0 0 0,1 0 0 0 0,-1 0 1 0 0,0 0-1 0 0,0 0 0 0 0,0 1 0 0 0,0-1 1 0 0,1 1-1 0 0,-1 0 0 0 0,0 0 0 0 0,0 1 1 0 0,0-1-1 0 0,-7 3 0 0 0,7-2 18 0 0,-1 1-1 0 0,1-1 0 0 0,-1 1 1 0 0,1 0-1 0 0,0 1 0 0 0,0-1 1 0 0,0 1-1 0 0,0 0 0 0 0,1 0 1 0 0,-1 0-1 0 0,1 0 0 0 0,-1 1 1 0 0,1-1-1 0 0,0 1 0 0 0,1 0 1 0 0,-1 0-1 0 0,1 0 0 0 0,-1 0 1 0 0,1 0-1 0 0,0 1 0 0 0,1-1 1 0 0,-1 1-1 0 0,1-1 0 0 0,-1 7 1 0 0,-1 5 368 0 0,1-1 0 0 0,1 1 0 0 0,0 0 0 0 0,1 0 0 0 0,4 32 0 0 0,0-25 3 0 0,1 1-1 0 0,0-1 1 0 0,2-1 0 0 0,1 1-1 0 0,1-1 1 0 0,1 0-1 0 0,22 37 1 0 0,-8-24-49 0 0,1 0 0 0 0,2-2 0 0 0,47 46 0 0 0,-17-25 228 0 0,127 91 0 0 0,-182-143-527 0 0,1 0-27 0 0,-1 0 0 0 0,1 0 1 0 0,0-1-1 0 0,0 1 0 0 0,0-1 1 0 0,-1 1-1 0 0,2-1 0 0 0,-1 0 0 0 0,4 1 1 0 0,-8-8-1407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4.8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198 0 15199 0 0,'-9'12'654'0'0,"0"0"-1"0"0,1 0 0 0 0,0 0 0 0 0,0 1 1 0 0,2 1-1 0 0,0-1 0 0 0,-5 17 0 0 0,1-6-348 0 0,-15 39 2 0 0,2 1 1 0 0,4 1-1 0 0,2 1 0 0 0,3 0 1 0 0,-8 104-1 0 0,20-126-546 0 0,1 0 1 0 0,3 0-1 0 0,1-1 0 0 0,2 1 0 0 0,2-1 0 0 0,2 0 0 0 0,2-1 1 0 0,2 0-1 0 0,31 70 0 0 0,-34-91-678 0 0,21 29 0 0 0,2-7-4228 0 0,-6-14-559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5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19351 0 0,'0'2'286'0'0,"1"4"-30"0"0,1-1-1 0 0,-1 1 0 0 0,1-1 1 0 0,0 0-1 0 0,0 1 0 0 0,1-1 1 0 0,-1 0-1 0 0,8 9 0 0 0,-2-4-209 0 0,1 0-1 0 0,0-1 0 0 0,1 0 1 0 0,-1-1-1 0 0,2 0 1 0 0,-1 0-1 0 0,1-1 0 0 0,1 0 1 0 0,-1-1-1 0 0,1 0 1 0 0,0-1-1 0 0,0-1 0 0 0,1 0 1 0 0,0 0-1 0 0,-1-1 0 0 0,1-1 1 0 0,0 0-1 0 0,0-1 1 0 0,0 0-1 0 0,0-1 0 0 0,21-2 1 0 0,-27 1-120 0 0,-5 0 36 0 0,1 0 0 0 0,-1 1 1 0 0,1 0-1 0 0,-1-1 0 0 0,1 1 0 0 0,-1 0 1 0 0,1 0-1 0 0,0 0 0 0 0,-1 1 1 0 0,1-1-1 0 0,2 2 0 0 0,-4-2 34 0 0,-1 1-1 0 0,0-1 1 0 0,1 1 0 0 0,-1-1-1 0 0,0 1 1 0 0,0-1-1 0 0,0 1 1 0 0,0 0 0 0 0,0-1-1 0 0,1 1 1 0 0,-1-1-1 0 0,0 1 1 0 0,0 0 0 0 0,0-1-1 0 0,-1 1 1 0 0,1-1-1 0 0,0 1 1 0 0,0 0-1 0 0,0-1 1 0 0,0 1 0 0 0,-1 0-1 0 0,-5 15 25 0 0,3-10-15 0 0,-27 62 45 0 0,-15 40 72 0 0,41-95-112 0 0,0 0 0 0 0,1 1-1 0 0,0 0 1 0 0,1 0 0 0 0,1-1-1 0 0,0 18 1 0 0,1-25-3 0 0,0-1 1 0 0,1 1-1 0 0,0-1 1 0 0,0 1-1 0 0,1-1 0 0 0,0 1 1 0 0,0-1-1 0 0,0 0 0 0 0,0 0 1 0 0,1 0-1 0 0,0 0 0 0 0,3 4 1 0 0,-4-7-7 0 0,-1 1 0 0 0,1-2 0 0 0,0 1 1 0 0,0 0-1 0 0,0 0 0 0 0,0-1 0 0 0,0 1 0 0 0,0-1 1 0 0,1 1-1 0 0,-1-1 0 0 0,0 0 0 0 0,1 0 0 0 0,-1 0 1 0 0,1 0-1 0 0,0 0 0 0 0,-1-1 0 0 0,1 1 0 0 0,-1-1 1 0 0,1 0-1 0 0,0 0 0 0 0,-1 0 0 0 0,1 0 0 0 0,0 0 1 0 0,-1 0-1 0 0,1-1 0 0 0,0 1 0 0 0,2-2 0 0 0,5-1-248 0 0,0-1 0 0 0,0 0-1 0 0,0-1 1 0 0,-1 0 0 0 0,0-1-1 0 0,0 1 1 0 0,0-2-1 0 0,-1 1 1 0 0,1-1 0 0 0,-2-1-1 0 0,1 1 1 0 0,11-17 0 0 0,4-6-1019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5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58 11055 0 0,'1'-8'404'0'0,"-1"5"-304"0"0,0 0 1 0 0,0-1-1 0 0,1 1 0 0 0,-1 0 0 0 0,1-1 0 0 0,1-2 0 0 0,-1 5 118 0 0,-1-1-1 0 0,1 1 0 0 0,0 0 1 0 0,0 0-1 0 0,0 0 0 0 0,0 0 1 0 0,0 0-1 0 0,0 0 0 0 0,0 0 1 0 0,0 0-1 0 0,0 0 0 0 0,0 0 1 0 0,1 1-1 0 0,-1-1 1 0 0,0 0-1 0 0,1 1 0 0 0,1-1 1 0 0,2-1 184 0 0,0 1 0 0 0,0 0 0 0 0,-1 0 0 0 0,1 0 0 0 0,0 1 0 0 0,0-1 0 0 0,0 1 0 0 0,0 1 0 0 0,0-1 0 0 0,10 2 0 0 0,-7 1-83 0 0,0-1 0 0 0,0 1 0 0 0,0 0 0 0 0,-1 1-1 0 0,15 8 1 0 0,-7-1-179 0 0,0 0-1 0 0,-1 1 0 0 0,0 1 1 0 0,0 0-1 0 0,11 17 0 0 0,-8-9-30 0 0,-1 2-1 0 0,-1 0 0 0 0,-1 0 0 0 0,-2 1 1 0 0,0 1-1 0 0,-1 0 0 0 0,-2 1 0 0 0,0 0 1 0 0,-2 0-1 0 0,6 44 0 0 0,-9-40 0 0 0,-2-1-1 0 0,-2 1 1 0 0,0 0 0 0 0,-2-1-1 0 0,-1 1 1 0 0,-1-1-1 0 0,-2 0 1 0 0,-1 0 0 0 0,-17 45-1 0 0,8-34-38 0 0,-2-1-1 0 0,-2 0 0 0 0,-44 63 1 0 0,50-82-198 0 0,-1-1-1 0 0,-1-1 1 0 0,0 0 0 0 0,-2-1 0 0 0,0-1-1 0 0,-1-1 1 0 0,0 0 0 0 0,-27 14 0 0 0,9-12-1894 0 0,3-8-6145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6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 10591 0 0,'3'0'6745'0'0,"8"-1"-4435"0"0,93-13 1008 0 0,-78 9-3395 0 0,1 1-1 0 0,0 1 1 0 0,0 1 0 0 0,52 3 0 0 0,-75 0 18 0 0,-1-1 1 0 0,1 1 0 0 0,0 0-1 0 0,0 0 1 0 0,-1 0-1 0 0,1 1 1 0 0,0-1 0 0 0,-1 1-1 0 0,1 0 1 0 0,-1 0-1 0 0,0 0 1 0 0,0 0-1 0 0,0 1 1 0 0,0-1 0 0 0,0 1-1 0 0,4 5 1 0 0,-4-4-122 0 0,-1 0 0 0 0,0 0 0 0 0,0-1 0 0 0,-1 1 0 0 0,1 0 0 0 0,-1 1 0 0 0,0-1 0 0 0,0 0 0 0 0,0 0 0 0 0,0 1 1 0 0,-1-1-1 0 0,0 0 0 0 0,0 0 0 0 0,0 1 0 0 0,-1 4 0 0 0,-1 5-413 0 0,-1 1-1 0 0,0-1 1 0 0,-1 0 0 0 0,-1 0 0 0 0,-1 0 0 0 0,0-1-1 0 0,0 0 1 0 0,-1 0 0 0 0,-1-1 0 0 0,-11 16 0 0 0,2-8-3909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6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1 138 10591 0 0,'0'0'87'0'0,"0"0"0"0"0,0-1 0 0 0,0 1 0 0 0,0 0 0 0 0,0 0 0 0 0,0-1 0 0 0,0 1 0 0 0,0 0 0 0 0,0 0 0 0 0,0-1 1 0 0,0 1-1 0 0,0 0 0 0 0,0 0 0 0 0,0-1 0 0 0,0 1 0 0 0,0 0 0 0 0,0 0 0 0 0,0-1 0 0 0,0 1 0 0 0,2-2 783 0 0,-2 2-783 0 0,0 0 0 0 0,1 0 0 0 0,-1 0 0 0 0,0-1 0 0 0,0 1 0 0 0,1 0 0 0 0,-1 0 0 0 0,0 0 0 0 0,14-8 2011 0 0,-10 6-1760 0 0,24-12 642 0 0,1 2 0 0 0,0 0 0 0 0,42-10 0 0 0,94-14-938 0 0,-154 34-42 0 0,26-5 0 0 0,2 1 0 0 0,48-2 0 0 0,-87 8-55 0 0,1 0 0 0 0,0 0 1 0 0,-1 0-1 0 0,1 0 0 0 0,0 0 0 0 0,-1 0 0 0 0,1 0 0 0 0,0 0 0 0 0,-1 0 0 0 0,1 0 1 0 0,0 1-1 0 0,-1-1 0 0 0,1 0 0 0 0,0 0 0 0 0,-1 1 0 0 0,1-1 0 0 0,-1 0 0 0 0,1 1 0 0 0,0 0 1 0 0,-1-1-17 0 0,0 1-1 0 0,0-1 1 0 0,0 0 0 0 0,1 1 0 0 0,-1-1 0 0 0,0 1 0 0 0,0-1 0 0 0,0 0 0 0 0,0 1 0 0 0,0-1 0 0 0,-1 1 0 0 0,1-1 0 0 0,0 0 0 0 0,0 1 0 0 0,0-1 0 0 0,0 1 0 0 0,0-1 0 0 0,0 0 0 0 0,-1 1-1 0 0,1-1 1 0 0,0 0 0 0 0,0 1 0 0 0,-1-1 0 0 0,-22 23-3029 0 0,19-19 2762 0 0,-48 41-3016 0 0,-44 42 2359 0 0,86-78 1143 0 0,-16 17 1448 0 0,25-24-1526 0 0,0-1-1 0 0,0 0 0 0 0,1 0 0 0 0,-1 1 0 0 0,0-1 0 0 0,0 0 0 0 0,1 1 0 0 0,-1-1 0 0 0,1 1 0 0 0,-1-1 0 0 0,1 1 1 0 0,0-1-1 0 0,-1 1 0 0 0,1-1 0 0 0,0 1 0 0 0,0-1 0 0 0,0 1 0 0 0,0-1 0 0 0,1 3 0 0 0,-1-3 38 0 0,1 0-1 0 0,0 1 1 0 0,-1-1-1 0 0,1 0 0 0 0,0 0 1 0 0,0 0-1 0 0,0 0 1 0 0,0 0-1 0 0,0 0 0 0 0,0 0 1 0 0,0 0-1 0 0,0 0 1 0 0,1 0-1 0 0,-1-1 0 0 0,0 1 1 0 0,0 0-1 0 0,1-1 1 0 0,-1 1-1 0 0,0-1 0 0 0,1 1 1 0 0,-1-1-1 0 0,3 0 1 0 0,33 3 1949 0 0,-36-3-2022 0 0,2 0 119 0 0,3 0 214 0 0,1 0 0 0 0,-1 0 0 0 0,1-1 0 0 0,-1 1 0 0 0,9-3 1 0 0,-27 8-431 0 0,1 1 0 0 0,0 0 1 0 0,0 1-1 0 0,0 0 1 0 0,1 1-1 0 0,0 0 1 0 0,1 1-1 0 0,0 0 0 0 0,0 0 1 0 0,1 1-1 0 0,0 0 1 0 0,-7 11-1 0 0,13-18 174 0 0,1 0 1 0 0,-1 0-1 0 0,1 0 0 0 0,0 0 0 0 0,0 0 1 0 0,0 0-1 0 0,0 0 0 0 0,0 0 0 0 0,1 0 0 0 0,-1 0 1 0 0,1 0-1 0 0,0 1 0 0 0,0-1 0 0 0,0 0 1 0 0,1 0-1 0 0,-1 0 0 0 0,1 0 0 0 0,1 4 1 0 0,-1-4-30 0 0,0-1 0 0 0,0 1 0 0 0,1-1 0 0 0,-1 0 0 0 0,1 0 1 0 0,0 0-1 0 0,0 0 0 0 0,0 0 0 0 0,0 0 0 0 0,0 0 1 0 0,0 0-1 0 0,0-1 0 0 0,1 1 0 0 0,-1-1 0 0 0,0 0 0 0 0,1 0 1 0 0,-1 0-1 0 0,1 0 0 0 0,0 0 0 0 0,-1 0 0 0 0,5 0 0 0 0,6 1-32 0 0,0-1-1 0 0,0 0 0 0 0,0-1 0 0 0,0 0 0 0 0,0-1 0 0 0,0-1 0 0 0,0 0 0 0 0,0 0 0 0 0,21-8 0 0 0,-2-2-93 0 0,0-1 0 0 0,45-25 0 0 0,-57 27-56 0 0,-1-1 0 0 0,0-1 0 0 0,32-29-1 0 0,-41 32-552 0 0,0-1 0 0 0,14-18 0 0 0,-18 19-953 0 0,0 1 0 0 0,0-1 0 0 0,7-21 0 0 0,-2-2-4650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7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308 227 6447 0 0,'-48'-88'864'0'0,"33"58"1371"0"0,-1 0-1 0 0,-28-37 0 0 0,43 66-2139 0 0,1 0 0 0 0,-1 0 0 0 0,1 1 0 0 0,-1-1 0 0 0,1 0 0 0 0,-1 1 0 0 0,0-1 0 0 0,0 0 0 0 0,1 1-1 0 0,-1-1 1 0 0,0 1 0 0 0,0-1 0 0 0,0 1 0 0 0,1-1 0 0 0,-1 1 0 0 0,0 0 0 0 0,0-1 0 0 0,0 1 0 0 0,-2-1 0 0 0,3 2-35 0 0,-1-1 0 0 0,0 0 0 0 0,1 0 1 0 0,-1 1-1 0 0,1-1 0 0 0,-1 0 0 0 0,1 1 0 0 0,-1-1 0 0 0,1 0 0 0 0,-1 1 0 0 0,1-1 1 0 0,-1 1-1 0 0,1-1 0 0 0,-1 1 0 0 0,1-1 0 0 0,0 1 0 0 0,-1-1 0 0 0,1 1 0 0 0,0-1 1 0 0,-1 1-1 0 0,1 1 0 0 0,-2 4 209 0 0,0 1 1 0 0,0-1-1 0 0,1 1 0 0 0,-1 8 1 0 0,1-11-182 0 0,-5 78 1589 0 0,4 104 0 0 0,3-130-1455 0 0,2 97 174 0 0,-1 114-254 0 0,-5-191-147 0 0,-18 112 0 0 0,19-175 31 0 0,-2 7-160 0 0,-8 29 0 0 0,11-44 15 0 0,-1-1-1 0 0,1 0 1 0 0,-1 0 0 0 0,0 1-1 0 0,0-1 1 0 0,-1 0 0 0 0,1-1-1 0 0,-1 1 1 0 0,0 0 0 0 0,0-1-1 0 0,0 0 1 0 0,-6 5 0 0 0,7-7-135 0 0,0 0 0 0 0,0 0 0 0 0,0 0 0 0 0,0 0 0 0 0,0 0-1 0 0,0-1 1 0 0,0 1 0 0 0,0-1 0 0 0,-1 0 0 0 0,1 0 0 0 0,0 0 0 0 0,0 0 0 0 0,0 0 0 0 0,-1 0 0 0 0,1 0 0 0 0,0-1 0 0 0,0 1 0 0 0,0-1 0 0 0,-4-1 0 0 0,-15-8-5728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7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324 186 1375 0 0,'-20'-48'2286'0'0,"-7"-24"8358"0"0,26 70-10387 0 0,1 1 0 0 0,-1-1 0 0 0,1 1 0 0 0,0-1 0 0 0,-1 1 0 0 0,1-1 0 0 0,0 0 0 0 0,0 1 0 0 0,0-1 0 0 0,0 1 0 0 0,0-1 0 0 0,1 1 0 0 0,-1-1 0 0 0,0 1 0 0 0,1-1 0 0 0,-1 1 0 0 0,1-1 0 0 0,0 1 0 0 0,-1-1 0 0 0,1 1 0 0 0,0 0 0 0 0,0-1 0 0 0,0 1 0 0 0,0 0 0 0 0,0 0 0 0 0,0-1 0 0 0,0 1 0 0 0,3-2 0 0 0,2 0-87 0 0,-1-1-1 0 0,2 1 0 0 0,-1 0 1 0 0,0 1-1 0 0,10-3 0 0 0,-12 3-236 0 0,-7 5-636 0 0,0 0 1 0 0,0 0-1 0 0,0 0 0 0 0,0 1 0 0 0,1-1 1 0 0,0 0-1 0 0,0 1 0 0 0,0 0 0 0 0,-2 4 0 0 0,-4 8 750 0 0,-8 25 0 0 0,13-30 108 0 0,1 0 0 0 0,0 1 0 0 0,1-1 0 0 0,0 1 0 0 0,1-1 1 0 0,0 1-1 0 0,1-1 0 0 0,0 1 0 0 0,1-1 0 0 0,0 1 1 0 0,5 12-1 0 0,6 15 1106 0 0,34 67 1 0 0,-19-45-869 0 0,-18-38-292 0 0,0 1-1 0 0,-2 1 0 0 0,0-1 1 0 0,6 38-1 0 0,-13-54-56 0 0,-1 1 0 0 0,1-1 0 0 0,-2 0-1 0 0,1 1 1 0 0,-1-1 0 0 0,0 0 0 0 0,-4 14 0 0 0,3-16-31 0 0,0-1 0 0 0,0 1 1 0 0,-1-1-1 0 0,0 0 0 0 0,0 0 1 0 0,0 0-1 0 0,0-1 0 0 0,-1 1 0 0 0,0-1 1 0 0,0 0-1 0 0,0 0 0 0 0,-6 5 1 0 0,0-2-185 0 0,0-1 0 0 0,-1 0 0 0 0,1 0 0 0 0,-1-1 1 0 0,0 0-1 0 0,-1-1 0 0 0,1-1 0 0 0,-1 0 1 0 0,1 0-1 0 0,-1-1 0 0 0,0 0 0 0 0,-15-1 1 0 0,17-1-282 0 0,0 0 0 0 0,0 0 0 0 0,-1-2 0 0 0,1 1 0 0 0,0-1 0 0 0,0-1 0 0 0,0 1 0 0 0,0-2 0 0 0,1 1 0 0 0,-1-2 0 0 0,1 1 0 0 0,0-1 0 0 0,0 0 0 0 0,-13-11 0 0 0,17 10 233 0 0,-1 1 0 0 0,1-2 0 0 0,0 1 0 0 0,0 0 1 0 0,0-1-1 0 0,1 0 0 0 0,0 0 0 0 0,1-1 0 0 0,-5-12 0 0 0,6 17 269 0 0,1-1 0 0 0,-1 0 1 0 0,1 0-1 0 0,1 0 0 0 0,-1 0 0 0 0,0 0 0 0 0,1 0 0 0 0,0-1 0 0 0,0 1 0 0 0,0 0 0 0 0,1 0 0 0 0,-1 0 0 0 0,1 0 0 0 0,0 0 0 0 0,0 0 0 0 0,0 0 0 0 0,1 0 0 0 0,-1 1 0 0 0,1-1 0 0 0,4-6 0 0 0,-3 7 86 0 0,0 0-1 0 0,1 0 1 0 0,-1 0-1 0 0,1 0 0 0 0,0 0 1 0 0,0 1-1 0 0,0 0 1 0 0,0-1-1 0 0,0 2 0 0 0,1-1 1 0 0,-1 0-1 0 0,0 1 1 0 0,1 0-1 0 0,-1 0 0 0 0,1 0 1 0 0,8 0-1 0 0,2 1 440 0 0,-1 0 0 0 0,0 0 0 0 0,1 2 0 0 0,16 3 1 0 0,27 10 1074 0 0,-1 2 0 0 0,91 41-1 0 0,-46-16-776 0 0,67 23-274 0 0,233 87-110 0 0,-242-105-380 0 0,-133-42-540 0 0,0-1-1 0 0,1 0 1 0 0,-1-3 0 0 0,30 0-1 0 0,-17-5-7280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8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302 9 10135 0 0,'-16'-8'11376'0'0,"10"8"-11163"0"0,-27 2 252 0 0,-57 11 310 0 0,74-9-1158 0 0,0 0 1 0 0,0 1 0 0 0,0 1 0 0 0,0 1-1 0 0,-19 10 1 0 0,32-15 145 0 0,0 0 0 0 0,0 0 0 0 0,0 0-1 0 0,1 0 1 0 0,-1 1 0 0 0,1-1 0 0 0,-1 1 0 0 0,1 0 0 0 0,0-1 0 0 0,0 1 0 0 0,0 0 0 0 0,0 0 0 0 0,0 1 0 0 0,1-1-1 0 0,-1 0 1 0 0,1 0 0 0 0,0 1 0 0 0,-1 4 0 0 0,1-4 103 0 0,1 1 0 0 0,0-1 0 0 0,0 0 0 0 0,0 1 0 0 0,1-1 0 0 0,0 0 0 0 0,-1 0-1 0 0,2 1 1 0 0,-1-1 0 0 0,0 0 0 0 0,1 0 0 0 0,0 0 0 0 0,-1 0 0 0 0,6 6 0 0 0,1 1 308 0 0,0-1-1 0 0,1-1 1 0 0,0 0 0 0 0,0 0-1 0 0,1-1 1 0 0,0 0 0 0 0,16 9 0 0 0,-10-6 998 0 0,-1 0 1 0 0,19 18 0 0 0,-33-28-1035 0 0,0 0 0 0 0,0 0 0 0 0,1 1-1 0 0,-1-1 1 0 0,0 0 0 0 0,0 1 0 0 0,0-1 0 0 0,-1 1 0 0 0,1-1 0 0 0,0 1 0 0 0,-1-1-1 0 0,1 1 1 0 0,-1 0 0 0 0,1-1 0 0 0,-1 1 0 0 0,0 0 0 0 0,1-1 0 0 0,-1 1 0 0 0,0 3 0 0 0,-1-3-72 0 0,1 1 1 0 0,-1-1 0 0 0,0 0 0 0 0,0 0 0 0 0,0 0 0 0 0,0 0 0 0 0,0 0 0 0 0,0 0-1 0 0,-1 0 1 0 0,1 0 0 0 0,-1 0 0 0 0,1-1 0 0 0,-3 3 0 0 0,-3 2-67 0 0,-1 0 0 0 0,0 0 0 0 0,-1-1 0 0 0,1 0 0 0 0,-15 6 0 0 0,-67 26-2073 0 0,76-32 789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8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17503 0 0,'12'15'776'0'0,"-5"-4"160"0"0,0 1-744 0 0,-3-3-192 0 0,0-2 0 0 0,-3-1 0 0 0,1 2 696 0 0,2 5 104 0 0,1 8 16 0 0,1 7 8 0 0,-1 2-568 0 0,-3-1-104 0 0,-3-3-24 0 0,-4-5-8 0 0,-2-6-592 0 0,-3-6-112 0 0,-4-2-24 0 0,-3-9-8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8.3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5527 0 0,'9'7'488'0'0,"18"29"13616"0"0,-20-23-13176 0 0,2 3-568 0 0,-1 5-104 0 0,-6 4-4064 0 0,-2-2-816 0 0,-1-3-160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8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 14279 0 0,'18'41'1391'0'0,"-4"-13"391"0"0,-2 0-1 0 0,-1 1 0 0 0,11 46 0 0 0,-22-63-1863 0 0,0-12 50 0 0,0 1-1 0 0,0-1 1 0 0,0 0-1 0 0,0 0 1 0 0,0 0 0 0 0,0 0-1 0 0,0 0 1 0 0,0 0-1 0 0,-1 0 1 0 0,1 1-1 0 0,0-1 1 0 0,0 0-1 0 0,0 0 1 0 0,0 0-1 0 0,0 0 1 0 0,0 0-1 0 0,0 0 1 0 0,0 0-1 0 0,0 0 1 0 0,0 0 0 0 0,-1 0-1 0 0,1 0 1 0 0,0 0-1 0 0,0 0 1 0 0,0 1-1 0 0,0-1 1 0 0,0 0-1 0 0,0 0 1 0 0,0 0-1 0 0,-1 0 1 0 0,1 0-1 0 0,0 0 1 0 0,0 0 0 0 0,0 0-1 0 0,0 0 1 0 0,0 0-1 0 0,0 0 1 0 0,0 0-1 0 0,-1-1 1 0 0,1 1-1 0 0,0 0 1 0 0,0 0-1 0 0,0 0 1 0 0,-1 0-116 0 0,0-1-1 0 0,1 0 1 0 0,-1 0-1 0 0,0 1 1 0 0,1-1 0 0 0,-1 0-1 0 0,1 0 1 0 0,-1 0 0 0 0,1 0-1 0 0,0 0 1 0 0,-1 0 0 0 0,1 0-1 0 0,0 0 1 0 0,0 1 0 0 0,-1-1-1 0 0,1 0 1 0 0,0 0 0 0 0,0 0-1 0 0,0-2 1 0 0,1-2 138 0 0,0-1-1 0 0,0 1 1 0 0,0-1 0 0 0,0 1 0 0 0,1 0 0 0 0,0 0-1 0 0,0-1 1 0 0,1 1 0 0 0,-1 0 0 0 0,1 1-1 0 0,0-1 1 0 0,0 0 0 0 0,5-4 0 0 0,-3 3 40 0 0,0 0 0 0 0,1 1 0 0 0,-1 0 0 0 0,1 0 1 0 0,0 0-1 0 0,0 1 0 0 0,1 0 0 0 0,-1 0 0 0 0,10-4 1 0 0,-14 8-39 0 0,-1-1 1 0 0,0 1 0 0 0,1-1-1 0 0,-1 1 1 0 0,1 0 0 0 0,-1-1-1 0 0,0 1 1 0 0,1 0 0 0 0,-1 0-1 0 0,1 0 1 0 0,-1 0 0 0 0,1 0-1 0 0,-1 1 1 0 0,1-1 0 0 0,-1 0-1 0 0,0 1 1 0 0,1-1 0 0 0,-1 1 0 0 0,0-1-1 0 0,2 2 1 0 0,0 0 165 0 0,0 1-1 0 0,0-1 1 0 0,0 1-1 0 0,-1 0 1 0 0,1-1 0 0 0,1 5-1 0 0,-2-5-49 0 0,-1 0-1 0 0,0 0 0 0 0,1-1 0 0 0,-1 1 1 0 0,1 0-1 0 0,0 0 0 0 0,-1-1 0 0 0,1 1 0 0 0,0-1 1 0 0,0 1-1 0 0,0-1 0 0 0,0 0 0 0 0,0 0 1 0 0,0 0-1 0 0,0 0 0 0 0,1 0 0 0 0,3 1 1 0 0,-3-3-111 0 0,-1 1 0 0 0,1 0 0 0 0,-1-1 0 0 0,1 1 0 0 0,-1-1 0 0 0,1 0 1 0 0,-1 0-1 0 0,1 0 0 0 0,-1 0 0 0 0,1 0 0 0 0,-1-1 0 0 0,0 1 0 0 0,3-3 1 0 0,28-25-766 0 0,-28 24 526 0 0,41-44-1282 0 0,10-9-527 0 0,-48 50 2009 0 0,1 0 0 0 0,1 1 0 0 0,-1 1 0 0 0,19-11 0 0 0,-26 16 155 0 0,1 0 0 0 0,0-1 0 0 0,0 1 0 0 0,-1 0 0 0 0,1 1 0 0 0,0-1 0 0 0,0 0 0 0 0,0 1 0 0 0,0 0 0 0 0,0 0 0 0 0,0 0 0 0 0,0 0 0 0 0,0 0 0 0 0,0 0 0 0 0,0 1 1 0 0,0-1-1 0 0,0 1 0 0 0,3 1 0 0 0,-3 0 70 0 0,1 0 1 0 0,-1 0 0 0 0,0 0-1 0 0,1 1 1 0 0,-1-1 0 0 0,0 1-1 0 0,-1 0 1 0 0,1-1 0 0 0,0 1 0 0 0,-1 1-1 0 0,0-1 1 0 0,3 4 0 0 0,1 6 146 0 0,0 0 1 0 0,0 1-1 0 0,-1 0 1 0 0,-1 0-1 0 0,0 0 1 0 0,2 17-1 0 0,0 13-118 0 0,-2-14-99 0 0,8 29 0 0 0,-10-50-205 0 0,1-1 1 0 0,0 1 0 0 0,0-1 0 0 0,1 0 0 0 0,0 0 0 0 0,0 0-1 0 0,11 13 1 0 0,-12-18-327 0 0,0 0 1 0 0,0 0-1 0 0,0-1 1 0 0,0 1-1 0 0,0-1 0 0 0,0 0 1 0 0,0 0-1 0 0,1 0 0 0 0,-1 0 1 0 0,1-1-1 0 0,5 2 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29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0 236 17047 0 0,'1'0'89'0'0,"-1"0"0"0"0,1 1 0 0 0,-1-1-1 0 0,1 0 1 0 0,-1 0 0 0 0,1 1 0 0 0,-1-1 0 0 0,1 0-1 0 0,0 0 1 0 0,-1 0 0 0 0,1 0 0 0 0,-1 1-1 0 0,1-1 1 0 0,0 0 0 0 0,-1 0 0 0 0,1 0 0 0 0,-1 0-1 0 0,1-1 1 0 0,0 1 0 0 0,-1 0 0 0 0,1 0-1 0 0,-1 0 1 0 0,1 0 0 0 0,-1-1 0 0 0,1 1 0 0 0,0 0-1 0 0,-1 0 1 0 0,1-1 0 0 0,-1 1 0 0 0,0 0 0 0 0,2-1-1 0 0,17-17 1437 0 0,-13 12-1220 0 0,25-22-129 0 0,0 1 0 0 0,2 2 0 0 0,55-32 1 0 0,-66 46-333 0 0,1 0 0 0 0,0 1 0 0 0,0 1 0 0 0,1 1 0 0 0,0 1 0 0 0,1 2 0 0 0,28-4 0 0 0,-23 7 164 0 0,0 1-1 0 0,-1 1 1 0 0,1 2-1 0 0,0 0 1 0 0,-1 2-1 0 0,44 12 1 0 0,-15 2 459 0 0,-2 2 0 0 0,67 33 1 0 0,-70-27-58 0 0,1-3 1 0 0,107 31 0 0 0,-140-49-351 0 0,0-1 1 0 0,1-2-1 0 0,-1 0 1 0 0,37-2-1 0 0,-44-1-223 0 0,0-1-1 0 0,0 0 0 0 0,0-1 1 0 0,0-1-1 0 0,0 0 0 0 0,0-1 1 0 0,25-13-1 0 0,5-9-7980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1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16127 0 0,'5'3'3919'0'0,"12"0"-2547"0"0,181 6-851 0 0,3-15-41 0 0,-24-1-300 0 0,521 15-180 0 0,-581-4-296 0 0,145-15 0 0 0,-236 7-1323 0 0,-9 0-3075 0 0,-2 1-2065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1.8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14743 0 0,'-5'3'1169'0'0,"5"0"-238"0"0,14 2 362 0 0,23 1 24 0 0,21-2-342 0 0,-1-3 0 0 0,68-8 0 0 0,116-23-439 0 0,-134 14-343 0 0,435-34 120 0 0,-336 44-172 0 0,142-9 193 0 0,-224 1-260 0 0,-34 3-1743 0 0,-74 9-392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3.3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52 510 3223 0 0,'-4'-7'204'0'0,"0"0"-1"0"0,0-1 0 0 0,0 1 0 0 0,1-1 0 0 0,-5-13 0 0 0,4-9 6468 0 0,-5-58-1568 0 0,-1-35-2462 0 0,9 94-2272 0 0,1 1-1 0 0,5-37 0 0 0,-4 58-324 0 0,0 0 1 0 0,1 0 0 0 0,0 0-1 0 0,0 0 1 0 0,3-7-1 0 0,-4 12-45 0 0,-1 1-1 0 0,1-1 1 0 0,0 0-1 0 0,0 1 1 0 0,0-1-1 0 0,0 1 1 0 0,1 0 0 0 0,-1-1-1 0 0,0 1 1 0 0,1 0-1 0 0,-1 0 1 0 0,0 0-1 0 0,1 0 1 0 0,-1 0-1 0 0,1 0 1 0 0,0 0-1 0 0,-1 0 1 0 0,1 1-1 0 0,0-1 1 0 0,-1 0 0 0 0,1 1-1 0 0,0 0 1 0 0,0-1-1 0 0,0 1 1 0 0,2 0-1 0 0,18 2 2 0 0,0 0 0 0 0,0 2 0 0 0,0 1 0 0 0,30 10 0 0 0,5 1 0 0 0,39 5 0 0 0,2-4 0 0 0,-1-5 0 0 0,174 0 0 0 0,-102-14 0 0 0,320-8 0 0 0,-177-7 23 0 0,221-8 298 0 0,-501 24-294 0 0,617-8 1248 0 0,-129 7-788 0 0,223 2-370 0 0,89 0-127 0 0,43 4 10 0 0,-365-23 0 0 0,-255 6 0 0 0,-214 11 0 0 0,680-21 0 0 0,-185 23 476 0 0,-435 2-377 0 0,462 3 227 0 0,-248 4-210 0 0,-187-4-93 0 0,705 43 201 0 0,-583-34-355 0 0,-122-9 102 0 0,-107-3 28 0 0,0 0-1 0 0,0 1 1 0 0,20 6 0 0 0,-32-6 8 0 0,1 0 1 0 0,-1 0 0 0 0,0 1-1 0 0,-1 0 1 0 0,1 0 0 0 0,-1 1 0 0 0,0 0-1 0 0,15 12 1 0 0,-16-9-5 0 0,0 0 0 0 0,-1 1 0 0 0,0 0-1 0 0,0 0 1 0 0,-1 0 0 0 0,0 0 0 0 0,0 1 0 0 0,-1 0 0 0 0,-1 0-1 0 0,4 12 1 0 0,2 16 14 0 0,5 53-1 0 0,-13-87-16 0 0,24 269 0 0 0,-25-268-22 0 0,0 23-378 0 0,0-27 389 0 0,0 0-1 0 0,0-1 1 0 0,0 1-1 0 0,0 0 1 0 0,-1-1 0 0 0,1 1-1 0 0,0 0 1 0 0,0-1 0 0 0,0 1-1 0 0,-1 0 1 0 0,1-1-1 0 0,0 1 1 0 0,-1-1 0 0 0,1 1-1 0 0,0 0 1 0 0,-1-1-1 0 0,1 1 1 0 0,-1-1 0 0 0,1 1-1 0 0,-1-1 1 0 0,1 0 0 0 0,-1 1-1 0 0,1-1 1 0 0,-1 1-1 0 0,1-1 1 0 0,-1 0 0 0 0,0 1-1 0 0,1-1 1 0 0,-1 0-1 0 0,1 0 1 0 0,-1 0 0 0 0,0 1-1 0 0,1-1 1 0 0,-1 0 0 0 0,-1 0-1 0 0,-7-2-564 0 0,-1 1 1 0 0,1-2-1 0 0,0 1 1 0 0,-1-1-1 0 0,1-1 0 0 0,1 1 1 0 0,-1-2-1 0 0,0 1 0 0 0,1-1 1 0 0,0 0-1 0 0,-9-8 0 0 0,9 6-103 0 0,0 0-1 0 0,0-1 0 0 0,0 0 1 0 0,1 0-1 0 0,1-1 1 0 0,-1 1-1 0 0,1-1 1 0 0,1-1-1 0 0,-8-17 0 0 0,12 25 1053 0 0,0-1 0 0 0,0 0-1 0 0,1 1 1 0 0,-1-1-1 0 0,1 0 1 0 0,0 0 0 0 0,0 0-1 0 0,0-2 1 0 0,0 4-251 0 0,0 1 0 0 0,0-1-1 0 0,0 1 1 0 0,0-1 0 0 0,0 1 0 0 0,0-1-1 0 0,1 1 1 0 0,-1-1 0 0 0,0 1 0 0 0,0-1 0 0 0,1 1-1 0 0,-1-1 1 0 0,0 1 0 0 0,0 0 0 0 0,1-1-1 0 0,-1 1 1 0 0,0-1 0 0 0,1 1 0 0 0,0-1 0 0 0,0 1-57 0 0,-1 0 1 0 0,1 0 0 0 0,0 0-1 0 0,-1 0 1 0 0,1-1 0 0 0,-1 1 0 0 0,1 0-1 0 0,0 1 1 0 0,-1-1 0 0 0,1 0-1 0 0,0 0 1 0 0,-1 0 0 0 0,1 0 0 0 0,0 0-1 0 0,-1 1 1 0 0,1-1 0 0 0,-1 0-1 0 0,1 0 1 0 0,-1 1 0 0 0,2 0 0 0 0,14 10 1394 0 0,0 0 0 0 0,25 26 0 0 0,1-1-307 0 0,-26-23-1026 0 0,-1-1 0 0 0,2-1 0 0 0,30 16 0 0 0,-42-24-77 0 0,0-1 0 0 0,0-1-1 0 0,1 1 1 0 0,-1 0 0 0 0,0-1 0 0 0,1 0 0 0 0,-1-1 0 0 0,0 1-1 0 0,1-1 1 0 0,-1 0 0 0 0,1 0 0 0 0,-1-1 0 0 0,1 1-1 0 0,-1-1 1 0 0,0-1 0 0 0,1 1 0 0 0,-1-1 0 0 0,7-3-1 0 0,-3 1-12 0 0,-1-1 0 0 0,0-1-1 0 0,0 1 1 0 0,0-1 0 0 0,-1-1-1 0 0,0 1 1 0 0,0-1 0 0 0,-1 0-1 0 0,11-16 1 0 0,0-4-1076 0 0,22-46 1 0 0,-31 57-54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4.0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19807 0 0,'3'0'147'0'0,"-1"0"-1"0"0,1 0 1 0 0,-1 0-1 0 0,1 1 1 0 0,-1-1-1 0 0,1 1 1 0 0,-1-1-1 0 0,1 1 1 0 0,-1 0-1 0 0,1 0 1 0 0,-1 0-1 0 0,0 0 1 0 0,0 0-1 0 0,1 0 1 0 0,-1 1-1 0 0,0-1 0 0 0,0 1 1 0 0,0 0-1 0 0,-1-1 1 0 0,1 1-1 0 0,0 0 1 0 0,-1 0-1 0 0,3 3 1 0 0,-2 0-202 0 0,0-1 1 0 0,0 1-1 0 0,0 0 0 0 0,-1 1 1 0 0,0-1-1 0 0,0 0 0 0 0,0 0 1 0 0,-1 1-1 0 0,1 9 0 0 0,-10 97-333 0 0,5-83 389 0 0,2 0-1 0 0,1 0 1 0 0,3 43 0 0 0,-2-68-1 0 0,1 0 0 0 0,-1 0 0 0 0,1 0 0 0 0,0 0 0 0 0,1 0 0 0 0,-1 0 0 0 0,3 4 0 0 0,-3-6 0 0 0,0-1 0 0 0,-1 0 0 0 0,1 0 0 0 0,0 0 0 0 0,1 1 0 0 0,-1-1 0 0 0,0 0 0 0 0,0 0 0 0 0,0-1 0 0 0,1 1 0 0 0,-1 0 0 0 0,0 0 0 0 0,1-1 0 0 0,-1 1 0 0 0,1 0 0 0 0,-1-1 0 0 0,0 1 0 0 0,1-1 0 0 0,0 0 0 0 0,-1 0 0 0 0,3 1 0 0 0,145-1 207 0 0,-48 0 139 0 0,298 1 429 0 0,-352 0-848 0 0,0 0-238 0 0,1-1 1 0 0,0-2 0 0 0,51-10-1 0 0,-82 8-970 0 0,-2-2-3968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4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8 12895 0 0,'2'1'456'0'0,"0"0"0"0"0,-1 0 0 0 0,1-1 0 0 0,0 1-1 0 0,0-1 1 0 0,0 1 0 0 0,0-1 0 0 0,0 0 0 0 0,0 0 0 0 0,0 0-1 0 0,0 0 1 0 0,0 0 0 0 0,2-1 0 0 0,30-5 2239 0 0,-28 5-3091 0 0,3-1 236 0 0,-8 1-70 0 0,1 1 0 0 0,-1-1 0 0 0,1 1 0 0 0,0 0 1 0 0,-1 0-1 0 0,1 0 0 0 0,-1-1 0 0 0,1 2 0 0 0,2-1 1 0 0,-3 0 217 0 0,-1 1 0 0 0,1-1 1 0 0,0 0-1 0 0,-1 1 1 0 0,1-1-1 0 0,0 1 0 0 0,-1-1 1 0 0,1 1-1 0 0,-1 0 1 0 0,1-1-1 0 0,-1 1 1 0 0,1 0-1 0 0,-1-1 0 0 0,1 1 1 0 0,-1 0-1 0 0,0 0 1 0 0,1-1-1 0 0,-1 1 1 0 0,0 0-1 0 0,1 0 0 0 0,-1-1 1 0 0,0 3-1 0 0,1 4 280 0 0,0 0 0 0 0,0 0 0 0 0,-1-1 0 0 0,0 1 0 0 0,-1 0 0 0 0,1 0 0 0 0,-1 0 0 0 0,0 0 0 0 0,-5 12 0 0 0,-2 7-97 0 0,-14 27 0 0 0,19-48-161 0 0,-6 17-676 0 0,-2-1-1 0 0,-1 0 1 0 0,0-1-1 0 0,-1-1 1 0 0,-26 29 0 0 0,30-39-1402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4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 18431 0 0,'6'4'286'0'0,"-1"0"-1"0"0,0 1 0 0 0,0 0 1 0 0,-1 0-1 0 0,0 0 1 0 0,1 0-1 0 0,-2 1 1 0 0,1-1-1 0 0,-1 1 0 0 0,0 0 1 0 0,0 1-1 0 0,0-1 1 0 0,-1 0-1 0 0,2 10 0 0 0,-1-2-207 0 0,0 1-1 0 0,-1 0 1 0 0,-1-1-1 0 0,-1 1 1 0 0,0 0-1 0 0,-3 25 0 0 0,-24 90-174 0 0,13-70-24 0 0,-40 227-1418 0 0,69-369-3210 0 0,-6 40 4473 0 0,16-46 1 0 0,-11 51 270 0 0,0 1 1 0 0,33-55 0 0 0,-38 75 171 0 0,2 1 1 0 0,0-1 0 0 0,0 2-1 0 0,2-1 1 0 0,0 2-1 0 0,0 0 1 0 0,24-18 0 0 0,-29 26 53 0 0,0 0 1 0 0,1 0-1 0 0,-1 1 1 0 0,1 0 0 0 0,0 0-1 0 0,1 1 1 0 0,-1 0 0 0 0,0 1-1 0 0,1 0 1 0 0,0 1-1 0 0,-1 0 1 0 0,1 0 0 0 0,0 1-1 0 0,-1 0 1 0 0,1 0 0 0 0,0 1-1 0 0,10 3 1 0 0,-17-3-197 0 0,-1-1 0 0 0,1 1 1 0 0,0 0-1 0 0,-1 0 0 0 0,1 0 0 0 0,-1 0 1 0 0,1 1-1 0 0,-1-1 0 0 0,0 1 1 0 0,0 0-1 0 0,1-1 0 0 0,-1 1 0 0 0,0 0 1 0 0,0 0-1 0 0,-1 0 0 0 0,1 0 1 0 0,0 1-1 0 0,-1-1 0 0 0,1 0 0 0 0,-1 1 1 0 0,0-1-1 0 0,0 1 0 0 0,1 3 0 0 0,-1-3 0 0 0,-1 1 0 0 0,0-1 0 0 0,0 1 0 0 0,0-1 0 0 0,0 1-1 0 0,0-1 1 0 0,-1 1 0 0 0,1-1 0 0 0,-1 1 0 0 0,0-1-1 0 0,0 0 1 0 0,0 1 0 0 0,-1-1 0 0 0,1 0 0 0 0,-1 0 0 0 0,0 0-1 0 0,-3 5 1 0 0,-3 2-132 0 0,0-1 0 0 0,0 0 0 0 0,-1-1 0 0 0,0 1-1 0 0,-17 10 1 0 0,-56 31-1066 0 0,21-14 621 0 0,40-23 226 0 0,-24 16-181 0 0,41-26 464 0 0,-1 1 0 0 0,1-1 0 0 0,1 1 0 0 0,-1 0 1 0 0,0 0-1 0 0,1 0 0 0 0,-4 7 0 0 0,6-10 67 0 0,1 0 0 0 0,-1 0-1 0 0,1 0 1 0 0,0 0 0 0 0,0 0-1 0 0,-1 0 1 0 0,1 0 0 0 0,0 0 0 0 0,0 0-1 0 0,0 0 1 0 0,0 0 0 0 0,0 0-1 0 0,0 1 1 0 0,1-1 0 0 0,-1 0 0 0 0,0 0-1 0 0,0 0 1 0 0,1 0 0 0 0,-1 0-1 0 0,1 0 1 0 0,-1 0 0 0 0,1 0 0 0 0,-1 0-1 0 0,1 0 1 0 0,0-1 0 0 0,-1 1-1 0 0,1 0 1 0 0,0 0 0 0 0,0 0 0 0 0,-1-1-1 0 0,1 1 1 0 0,0 0 0 0 0,0-1-1 0 0,0 1 1 0 0,2 0 0 0 0,5 4 413 0 0,0-1-1 0 0,0 0 1 0 0,13 3 0 0 0,-10-3-294 0 0,89 40 710 0 0,35 14-1219 0 0,-132-57-10 0 0,1 0 0 0 0,-1 0 0 0 0,1 0 0 0 0,0 0 0 0 0,-1-1 0 0 0,1 1 0 0 0,4-1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5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21655 0 0,'29'8'524'0'0,"1"-1"-1"0"0,-1-2 1 0 0,1-1 0 0 0,0-1-1 0 0,33-1 1 0 0,-10-4-773 0 0,0-2 0 0 0,53-12 0 0 0,-74 8-553 0 0,-13 2-3740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5.3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2303 0 0,'14'95'10611'0'0,"8"103"-2223"0"0,-27 144-6206 0 0,3-313-2171 0 0,-9 45-1 0 0,-1-31-6961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5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12439 0 0,'2'2'-269'0'0,"15"12"-27"0"0,5 9 4583 0 0,-18-19-3430 0 0,-1 1-1 0 0,1 0 0 0 0,-1 0 1 0 0,-1 0-1 0 0,1 0 1 0 0,0 0-1 0 0,2 9 0 0 0,-3-4-827 0 0,1 1-1 0 0,-2-1 1 0 0,1 1-1 0 0,-2 0 0 0 0,0 15 1 0 0,-8 57-712 0 0,1-19-133 0 0,4-12 175 0 0,8 94 0 0 0,-5-146 641 0 0,0 0 1 0 0,0-1 0 0 0,0 1-1 0 0,0 0 1 0 0,0 0-1 0 0,0 0 1 0 0,0 0 0 0 0,0 0-1 0 0,0 0 1 0 0,0 0-1 0 0,0 0 1 0 0,0 0-1 0 0,0 0 1 0 0,0 0 0 0 0,1 0-1 0 0,-1 0 1 0 0,0 0-1 0 0,0 0 1 0 0,0 0 0 0 0,0 0-1 0 0,0 0 1 0 0,0 0-1 0 0,0 0 1 0 0,0 0 0 0 0,0 0-1 0 0,0 0 1 0 0,0 0-1 0 0,0 0 1 0 0,0 0-1 0 0,0 0 1 0 0,0 0 0 0 0,1 0-1 0 0,-1 0 1 0 0,0 0-1 0 0,0 0 1 0 0,0 0 0 0 0,0 0-1 0 0,0 0 1 0 0,0 0-1 0 0,0 0 1 0 0,0 0-1 0 0,0 0 1 0 0,0 0 0 0 0,0 0-1 0 0,0 0 1 0 0,0 0-1 0 0,0 0 1 0 0,0 0 0 0 0,0 1-1 0 0,0-1 1 0 0,5-12-139 0 0,3-15-377 0 0,39-119-3670 0 0,-40 130 3441 0 0,0 0 0 0 0,1 1 0 0 0,0 0-1 0 0,1 1 1 0 0,1 0 0 0 0,23-25 0 0 0,-31 36 707 0 0,1 1 1 0 0,0-1 0 0 0,0 1-1 0 0,0-1 1 0 0,1 1 0 0 0,-1 0-1 0 0,0 0 1 0 0,1 1 0 0 0,0-1-1 0 0,-1 1 1 0 0,5-2 0 0 0,-6 3 87 0 0,0 0 0 0 0,0-1 1 0 0,0 1-1 0 0,0 0 0 0 0,0 0 1 0 0,1 1-1 0 0,-1-1 0 0 0,0 0 1 0 0,0 1-1 0 0,0-1 0 0 0,0 1 1 0 0,0-1-1 0 0,0 1 0 0 0,0 0 1 0 0,0 0-1 0 0,0 0 0 0 0,0 0 1 0 0,-1 0-1 0 0,1 1 0 0 0,0-1 1 0 0,1 2-1 0 0,6 7 535 0 0,-1-1 0 0 0,-1 1 0 0 0,0 1 0 0 0,0-1 0 0 0,-1 1 0 0 0,-1 1 0 0 0,6 13-1 0 0,-6-12 366 0 0,1 1-1 0 0,1-1 0 0 0,0 0 0 0 0,16 20 1 0 0,-22-32-892 0 0,0 0 0 0 0,-1 0 0 0 0,1 0 1 0 0,0 0-1 0 0,0 0 0 0 0,-1 0 1 0 0,1 0-1 0 0,0-1 0 0 0,0 1 1 0 0,0 0-1 0 0,0-1 0 0 0,0 1 0 0 0,0 0 1 0 0,1-1-1 0 0,-1 1 0 0 0,0-1 1 0 0,0 0-1 0 0,0 1 0 0 0,0-1 1 0 0,1 0-1 0 0,-1 0 0 0 0,0 0 0 0 0,0 1 1 0 0,1-1-1 0 0,-1-1 0 0 0,0 1 1 0 0,0 0-1 0 0,0 0 0 0 0,1 0 1 0 0,-1-1-1 0 0,1 1 0 0 0,0-2-24 0 0,1 0-1 0 0,-1 1 0 0 0,0-1 1 0 0,-1 0-1 0 0,1 0 0 0 0,0 0 1 0 0,0 0-1 0 0,-1 0 0 0 0,1-1 1 0 0,-1 1-1 0 0,0 0 0 0 0,0-1 1 0 0,2-3-1 0 0,6-20-119 0 0,-2 0 0 0 0,0-1-1 0 0,-1 1 1 0 0,2-33 0 0 0,-3-12-6451 0 0,-3 33-318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36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 13359 0 0,'1'3'177'0'0,"10"15"421"0"0,-2 1-1 0 0,-1 1 0 0 0,0-1 1 0 0,5 23-1 0 0,-11-35-359 0 0,8 37 1183 0 0,6 51 0 0 0,-14-81-1349 0 0,-2-1 0 0 0,1 1-1 0 0,-2 0 1 0 0,0-1 0 0 0,0 1-1 0 0,-1-1 1 0 0,-1 1 0 0 0,-6 18 0 0 0,8-28-319 0 0,-1 0-1 0 0,0 0 1 0 0,0 0 0 0 0,-1 0 0 0 0,1 0 0 0 0,-1 0 0 0 0,0 0 0 0 0,0-1 0 0 0,0 1 0 0 0,-1-1 0 0 0,-4 4 0 0 0,3-3-1058 0 0,-1-1 0 0 0,0 1 0 0 0,0-1 0 0 0,-7 3 0 0 0,124-45 3054 0 0,35-14 4724 0 0,-124 44-5945 0 0,-1 0 0 0 0,0-2 1 0 0,-1 0-1 0 0,0-2 1 0 0,22-17-1 0 0,-37 25-651 0 0,1 0 0 0 0,-1 0 0 0 0,0 0 0 0 0,0 0 0 0 0,-1-1 0 0 0,0 0 0 0 0,0 0-1 0 0,0 0 1 0 0,-1-1 0 0 0,1 1 0 0 0,-1-1 0 0 0,-1 0 0 0 0,0 0 0 0 0,0 0 0 0 0,0 0-1 0 0,-1 0 1 0 0,0 0 0 0 0,0 0 0 0 0,0 0 0 0 0,-2-14 0 0 0,0 9-1057 0 0,-1 0 0 0 0,-5-17 0 0 0,5 24 413 0 0,1 0 0 0 0,-1 0 1 0 0,0 1-1 0 0,0-1 0 0 0,-1 1 0 0 0,1 0 0 0 0,-1-1 1 0 0,-5-5-1 0 0,7 10 797 0 0,1 0 0 0 0,0 0 0 0 0,0 1 0 0 0,0-1 1 0 0,-1 0-1 0 0,1 1 0 0 0,0-1 0 0 0,0 0 0 0 0,0 0 1 0 0,0 1-1 0 0,-1-1 0 0 0,1 0 0 0 0,0 1 0 0 0,0-1 0 0 0,0 1 1 0 0,0-1-1 0 0,0 0 0 0 0,0 1 0 0 0,0-1 0 0 0,0 0 1 0 0,0 1-1 0 0,0-1 0 0 0,0 0 0 0 0,0 1 0 0 0,0-1 0 0 0,1 0 1 0 0,-1 1-1 0 0,0-1 0 0 0,1 16 2021 0 0,3 28 2418 0 0,-5 75 0 0 0,-15 45-2375 0 0,-1 71-1746 0 0,17-202-373 0 0,5 110-254 0 0,-5-142 230 0 0,0 0 0 0 0,0 0 0 0 0,0-1 1 0 0,1 1-1 0 0,-1 0 0 0 0,0 0 0 0 0,0 0 0 0 0,1-1 0 0 0,-1 1 0 0 0,1 0 0 0 0,-1 0 0 0 0,0-1 0 0 0,1 1 1 0 0,-1 0-1 0 0,1-1 0 0 0,0 1 0 0 0,-1 0 0 0 0,1-1 0 0 0,0 1 0 0 0,-1-1 0 0 0,1 1 0 0 0,0-1 0 0 0,-1 0 0 0 0,1 1 1 0 0,0-1-1 0 0,0 1 0 0 0,0-1 0 0 0,-1 0 0 0 0,2 0 0 0 0,0 1-56 0 0,0 0 0 0 0,-1-1-1 0 0,1 1 1 0 0,-1 0 0 0 0,1-1-1 0 0,-1 1 1 0 0,0 0 0 0 0,3 3 715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2:51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985 97 18887 0 0,'-5'2'400'0'0,"0"0"1"0"0,0 1-1 0 0,0 0 0 0 0,0 0 0 0 0,1 1 0 0 0,0-1 0 0 0,0 1 1 0 0,0 0-1 0 0,-7 8 0 0 0,-2 2-67 0 0,-178 207 137 0 0,15 18-422 0 0,-30 58-406 0 0,81-113-209 0 0,80-120 362 0 0,4 2 0 0 0,2 2 0 0 0,-40 96 0 0 0,78-160 202 0 0,-3 4 58 0 0,2 0 1 0 0,-1 0 0 0 0,1-1 0 0 0,0 1-1 0 0,-1 10 1 0 0,3-16-40 0 0,0-1 0 0 0,0 1 0 0 0,0-1 0 0 0,0 1 0 0 0,0-1 0 0 0,0 1 0 0 0,0-1 0 0 0,1 0 0 0 0,-1 1 0 0 0,1-1 0 0 0,-1 1 0 0 0,1-1 0 0 0,-1 0 0 0 0,1 1 0 0 0,0-1 0 0 0,0 0 0 0 0,0 0 0 0 0,0 1 0 0 0,-1-1 0 0 0,2 0 0 0 0,-1 0 0 0 0,0 0 0 0 0,0 0 0 0 0,0 0 0 0 0,0-1 0 0 0,1 1 0 0 0,-1 0 0 0 0,0 0 0 0 0,1-1 0 0 0,-1 1 0 0 0,0-1 0 0 0,1 1 0 0 0,-1-1 0 0 0,1 0 0 0 0,1 1 0 0 0,6 0 12 0 0,0 0 0 0 0,0 0 0 0 0,1-1 1 0 0,-1 0-1 0 0,14-2 0 0 0,46-12 64 0 0,-52 10-56 0 0,235-68 183 0 0,-5-17-60 0 0,-225 81-153 0 0,326-134 58 0 0,-342 140-64 0 0,49-21 25 0 0,-2-2-1 0 0,69-44 0 0 0,-117 66-6 0 0,0-1-1 0 0,0 0 0 0 0,0 0 0 0 0,-1 0 0 0 0,6-6 0 0 0,-10 9-12 0 0,1 0 1 0 0,0 0-1 0 0,-1 0 0 0 0,1 1 1 0 0,0-1-1 0 0,-1 0 1 0 0,0 0-1 0 0,1 0 1 0 0,-1 0-1 0 0,1 0 0 0 0,-1-1 1 0 0,0 1-1 0 0,0 0 1 0 0,0 0-1 0 0,0 0 0 0 0,0 0 1 0 0,0 0-1 0 0,0 0 1 0 0,0 0-1 0 0,0 0 1 0 0,0 0-1 0 0,0 0 0 0 0,-1 0 1 0 0,1 0-1 0 0,0 0 1 0 0,-1 0-1 0 0,1 0 0 0 0,-1 0 1 0 0,1 0-1 0 0,-1 0 1 0 0,0 0-1 0 0,1 0 1 0 0,-1 0-1 0 0,0 0 0 0 0,0 1 1 0 0,-1-2-1 0 0,-5-4 23 0 0,1 1 0 0 0,-1 1 0 0 0,0-1-1 0 0,-1 1 1 0 0,-13-5 0 0 0,-43-12 137 0 0,46 16-121 0 0,-159-44 60 0 0,-84-27 0 0 0,116 23-144 0 0,-181-93 0 0 0,303 134 49 0 0,-9-5 63 0 0,-45-17-1 0 0,75 34-69 0 0,1-1 1 0 0,-1 0-1 0 0,0 1 0 0 0,0-1 0 0 0,1 1 0 0 0,-1 0 1 0 0,0-1-1 0 0,0 1 0 0 0,1 0 0 0 0,-1 0 0 0 0,0 0 0 0 0,0 0 1 0 0,1 1-1 0 0,-1-1 0 0 0,0 0 0 0 0,0 1 0 0 0,1-1 1 0 0,-1 1-1 0 0,1 0 0 0 0,-1-1 0 0 0,0 1 0 0 0,-2 2 1 0 0,3-2-19 0 0,0 1 1 0 0,-1 0 0 0 0,1 0-1 0 0,0 0 1 0 0,0 0 0 0 0,0 0-1 0 0,0 0 1 0 0,0 0-1 0 0,1 0 1 0 0,-1 0 0 0 0,1 0-1 0 0,-1 0 1 0 0,1 0 0 0 0,0 1-1 0 0,-1-1 1 0 0,1 0 0 0 0,1 0-1 0 0,-1 3 1 0 0,2 17-92 0 0,1 0 0 0 0,1 0-1 0 0,12 37 1 0 0,29 61-266 0 0,-39-104 312 0 0,56 133-686 0 0,7-2 1 0 0,167 262-1 0 0,-211-375 773 0 0,0 0-1 0 0,39 38 1 0 0,-45-55 217 0 0,-1 0 0 0 0,2-1 0 0 0,0-1 1 0 0,1 0-1 0 0,25 12 0 0 0,-41-25-125 0 0,0 1 0 0 0,0-1 0 0 0,1 0-1 0 0,-1 0 1 0 0,1 0 0 0 0,-1-1 0 0 0,1 0-1 0 0,5 1 1 0 0,-9-2-51 0 0,0 0 0 0 0,0-1 0 0 0,0 1 0 0 0,0 0-1 0 0,0 0 1 0 0,-1-1 0 0 0,1 1 0 0 0,0-1 0 0 0,0 0-1 0 0,0 0 1 0 0,-1 1 0 0 0,1-1 0 0 0,0 0 0 0 0,-1 0-1 0 0,1-1 1 0 0,-1 1 0 0 0,1 0 0 0 0,-1 0 0 0 0,0-1-1 0 0,1 1 1 0 0,-1-1 0 0 0,0 1 0 0 0,0-1 0 0 0,0 0-1 0 0,0 1 1 0 0,1-4 0 0 0,0-1 77 0 0,1 0 0 0 0,-2 0 1 0 0,1 0-1 0 0,-1-1 0 0 0,0 1 0 0 0,1-13 0 0 0,-4-42 292 0 0,1 39-284 0 0,-30-342 770 0 0,15 202-868 0 0,-58-872-2252 0 0,67 892 1455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3:45.8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22111 0 0,'-1'4'1968'0'0,"2"-1"-1576"0"0,1 2-312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3:55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420 1 16583 0 0,'-2'2'390'0'0,"0"0"0"0"0,0 1-1 0 0,-1-1 1 0 0,2 1 0 0 0,-1 0-1 0 0,0 0 1 0 0,0 0 0 0 0,1 0-1 0 0,0 0 1 0 0,-1 0 0 0 0,0 5-1 0 0,-1 1-299 0 0,-17 35-287 0 0,-37 62 1 0 0,-34 36-2490 0 0,5-9-1589 0 0,80-123 4048 0 0,0-1-178 0 0,0 1 1 0 0,-6 14-1 0 0,11-21 483 0 0,0-1-1 0 0,1 1 1 0 0,-1-1-1 0 0,0 0 1 0 0,1 1-1 0 0,-1 0 1 0 0,1-1-1 0 0,0 1 0 0 0,0-1 1 0 0,0 1-1 0 0,0-1 1 0 0,0 1-1 0 0,1-1 1 0 0,-1 1-1 0 0,1-1 1 0 0,1 4-1 0 0,-1-5 43 0 0,0 1 0 0 0,0-1-1 0 0,0 1 1 0 0,0-1 0 0 0,0 0-1 0 0,1 0 1 0 0,-1 1 0 0 0,0-1-1 0 0,1 0 1 0 0,-1 0 0 0 0,1 0 0 0 0,-1 0-1 0 0,1-1 1 0 0,0 1 0 0 0,2 1-1 0 0,29 6 814 0 0,-29-7-843 0 0,12 1 118 0 0,-1 0 1 0 0,1-2-1 0 0,0 1 0 0 0,-1-2 1 0 0,1 0-1 0 0,23-5 1 0 0,-17 1-47 0 0,-1 0 0 0 0,1-2-1 0 0,40-18 1 0 0,-44 17 23 0 0,-1-1-1 0 0,0-1 1 0 0,0-1-1 0 0,-1 0 1 0 0,-1-1 0 0 0,15-15-1 0 0,-29 26-163 0 0,1-1-1 0 0,-1 1 1 0 0,1-1 0 0 0,-1 0-1 0 0,0 0 1 0 0,0 0 0 0 0,0 0-1 0 0,0 0 1 0 0,0 0 0 0 0,0 0-1 0 0,-1 0 1 0 0,1 0 0 0 0,-1 0-1 0 0,1 0 1 0 0,-1 0-1 0 0,0 0 1 0 0,0-1 0 0 0,0-3-1 0 0,-1 3-12 0 0,1 0-1 0 0,-1 0 1 0 0,0 0-1 0 0,-1 0 0 0 0,1 0 1 0 0,0 0-1 0 0,-1 1 1 0 0,0-1-1 0 0,1 0 1 0 0,-1 1-1 0 0,-4-5 0 0 0,-5-3 39 0 0,0 0 0 0 0,-1 1-1 0 0,0 1 1 0 0,-18-11-1 0 0,27 17-10 0 0,-285-145 661 0 0,283 145-686 0 0,-75-31 271 0 0,72 30-264 0 0,-1 0-1 0 0,1 1 1 0 0,0 1 0 0 0,-1-1 0 0 0,0 1 0 0 0,1 1 0 0 0,-18 0 0 0 0,25 1-19 0 0,0-1 0 0 0,1 0 0 0 0,-1 0 0 0 0,0 0 0 0 0,0 1 0 0 0,0-1 0 0 0,0 1 0 0 0,0-1 0 0 0,1 0 0 0 0,-1 1 1 0 0,0 0-1 0 0,0-1 0 0 0,1 1 0 0 0,-1-1 0 0 0,0 1 0 0 0,1 0 0 0 0,-1-1 0 0 0,0 1 0 0 0,1 0 0 0 0,-1 0 0 0 0,1 0 1 0 0,0-1-1 0 0,-1 1 0 0 0,1 0 0 0 0,0 0 0 0 0,-1 0 0 0 0,1 0 0 0 0,0 0 0 0 0,0 0 0 0 0,0 0 0 0 0,0-1 0 0 0,0 1 1 0 0,0 0-1 0 0,0 0 0 0 0,0 0 0 0 0,0 0 0 0 0,0 0 0 0 0,0 0 0 0 0,1 1 0 0 0,1 6-13 0 0,0-1 0 0 0,0 0 0 0 0,6 12 0 0 0,-7-17 14 0 0,18 36-5 0 0,1-1-1 0 0,2-2 1 0 0,2 0 0 0 0,1-1-1 0 0,2-1 1 0 0,1-1-1 0 0,1-2 1 0 0,2-1 0 0 0,35 25-1 0 0,-66-54 7 0 0,60 44 273 0 0,-52-39-216 0 0,1 0 1 0 0,0 0-1 0 0,-1-1 0 0 0,1-1 0 0 0,15 5 0 0 0,-23-8-25 0 0,0 1 0 0 0,0-1 0 0 0,0 0 0 0 0,0 0 0 0 0,0 0 0 0 0,-1 0 0 0 0,1 0 0 0 0,0 0 0 0 0,0 0 0 0 0,0 0 0 0 0,0 0 0 0 0,0 0 0 0 0,0-1 0 0 0,-1 1 0 0 0,1 0 0 0 0,0-1 0 0 0,0 1 0 0 0,0 0 0 0 0,0-1 0 0 0,-1 1 0 0 0,1-1 0 0 0,0 1 0 0 0,-1-1 1 0 0,1 0-1 0 0,0 1 0 0 0,-1-1 0 0 0,1 1 0 0 0,-1-1 0 0 0,1 0 0 0 0,-1 0 0 0 0,1 1 0 0 0,-1-1 0 0 0,1-1 0 0 0,1-2 87 0 0,-1-1 0 0 0,0 0 1 0 0,0 1-1 0 0,0-1 0 0 0,0-5 1 0 0,0 0-78 0 0,20-169 679 0 0,-4 31-2028 0 0,-2 49-4594 0 0,3 10-1771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09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222 1 18431 0 0,'-28'51'798'0'0,"3"2"-1"0"0,-30 94 0 0 0,-28 162-779 0 0,72-250-19 0 0,2 1 1 0 0,3 0 0 0 0,2 83-1 0 0,5-118 14 0 0,1-1 0 0 0,1 0 0 0 0,1 0 0 0 0,1 0 0 0 0,9 27 0 0 0,-10-42-286 0 0,-1 1-1 0 0,2-1 1 0 0,-1 0-1 0 0,1 0 1 0 0,0 0-1 0 0,1-1 1 0 0,0 0-1 0 0,0 0 1 0 0,1 0 0 0 0,0-1-1 0 0,1 0 1 0 0,-1 0-1 0 0,1-1 1 0 0,17 10-1 0 0,1-4-5918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09.8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12 17047 0 0,'0'0'33'0'0,"0"-1"0"0"0,0 1 0 0 0,0 0 0 0 0,-1 0 0 0 0,1 0 0 0 0,0-1 0 0 0,0 1 0 0 0,0 0 0 0 0,0 0 0 0 0,-1-1 0 0 0,1 1 0 0 0,0 0 0 0 0,0 0 0 0 0,0-1 0 0 0,0 1 0 0 0,0 0-1 0 0,0 0 1 0 0,0-1 0 0 0,0 1 0 0 0,0 0 0 0 0,0-1 0 0 0,0 1 0 0 0,0 0 0 0 0,0 0 0 0 0,0-1 0 0 0,0 1 0 0 0,0 0 0 0 0,0 0 0 0 0,0-1 0 0 0,0 1 0 0 0,1 0 0 0 0,-1 0 0 0 0,0-1 0 0 0,0 1 0 0 0,0 0 0 0 0,0 0 0 0 0,0-1 0 0 0,1 1 0 0 0,-1 0-1 0 0,0 0 1 0 0,0 0 0 0 0,1 0 0 0 0,-1-1 0 0 0,0 1 0 0 0,0 0 0 0 0,0 0 0 0 0,1 0 0 0 0,-1 0 0 0 0,0 0 0 0 0,0 0 0 0 0,1 0 0 0 0,-1-1 0 0 0,0 1 0 0 0,1 0 0 0 0,-1 0 0 0 0,0 0 0 0 0,0 0 0 0 0,1 0 0 0 0,-1 0 0 0 0,0 0 0 0 0,0 1 0 0 0,1-1-1 0 0,-1 0 1 0 0,0 0 0 0 0,1 0 0 0 0,-1 0 0 0 0,0 0 0 0 0,27 6 279 0 0,-19-3-25 0 0,34 7 409 0 0,49 21-1 0 0,-70-22-534 0 0,0 1 0 0 0,0 0-1 0 0,-1 2 1 0 0,19 14 0 0 0,-34-23-157 0 0,-1 0 0 0 0,0 1 0 0 0,0 0 0 0 0,0 0 0 0 0,6 8 0 0 0,-9-11-4 0 0,0 0-1 0 0,0 1 1 0 0,-1-1-1 0 0,1 0 0 0 0,-1 0 1 0 0,1 0-1 0 0,-1 0 0 0 0,1 1 1 0 0,-1-1-1 0 0,0 0 1 0 0,0 1-1 0 0,0-1 0 0 0,1 0 1 0 0,-1 1-1 0 0,-1-1 1 0 0,1 0-1 0 0,0 0 0 0 0,0 1 1 0 0,0-1-1 0 0,-1 0 0 0 0,1 1 1 0 0,0-1-1 0 0,-1 0 1 0 0,1 0-1 0 0,-1 0 0 0 0,0 0 1 0 0,1 1-1 0 0,-1-1 0 0 0,0 0 1 0 0,-1 1-1 0 0,-4 5-97 0 0,-1-1 0 0 0,0 0 0 0 0,0-1 0 0 0,-1 1 0 0 0,1-2 0 0 0,-11 6 0 0 0,-54 22-392 0 0,53-24 426 0 0,-83 29-250 0 0,-7 4 180 0 0,81-27 143 0 0,26-13-2 0 0,1 1-1 0 0,-1-1 1 0 0,1 0 0 0 0,-1 0-1 0 0,1 0 1 0 0,0 1 0 0 0,0-1 0 0 0,-1 1-1 0 0,1-1 1 0 0,0 1 0 0 0,1 0-1 0 0,-1-1 1 0 0,0 1 0 0 0,-1 3 0 0 0,2-4 23 0 0,0 0 1 0 0,0 0-1 0 0,1 0 1 0 0,-1 0 0 0 0,0 0-1 0 0,0 0 1 0 0,1 0 0 0 0,-1 0-1 0 0,1 0 1 0 0,-1 0 0 0 0,1 0-1 0 0,-1 0 1 0 0,1 0 0 0 0,-1 0-1 0 0,1 0 1 0 0,0 0 0 0 0,0-1-1 0 0,-1 1 1 0 0,1 0-1 0 0,0 0 1 0 0,0-1 0 0 0,0 1-1 0 0,0-1 1 0 0,0 1 0 0 0,1 0-1 0 0,26 12 288 0 0,-4-7-185 0 0,0 0-1 0 0,1-2 1 0 0,-1-1 0 0 0,31 0-1 0 0,-9 0 4 0 0,0 0-20 0 0,-18-1-15 0 0,0 0 1 0 0,1 2-1 0 0,42 11 0 0 0,-70-15-90 0 0,0 0 1 0 0,0 1-1 0 0,0-1 0 0 0,0 0 0 0 0,0 1 1 0 0,0-1-1 0 0,0 0 0 0 0,0 1 0 0 0,0-1 1 0 0,0 1-1 0 0,-1 0 0 0 0,1-1 0 0 0,0 1 1 0 0,0 0-1 0 0,0-1 0 0 0,-1 1 0 0 0,1 0 1 0 0,0 0-1 0 0,-1 0 0 0 0,1 0 0 0 0,-1-1 1 0 0,1 1-1 0 0,-1 0 0 0 0,1 0 0 0 0,-1 0 1 0 0,0 0-1 0 0,1 2 0 0 0,-1-1 0 0 0,-1 0 1 0 0,1 0-1 0 0,-1 0 0 0 0,1 0 0 0 0,-1 0 0 0 0,0-1 1 0 0,1 1-1 0 0,-1 0 0 0 0,0 0 0 0 0,0 0 1 0 0,0-1-1 0 0,-1 1 0 0 0,-1 2 0 0 0,-3 3 19 0 0,-1 1-1 0 0,0-1 1 0 0,-1-1-1 0 0,0 1 0 0 0,-12 7 1 0 0,-49 25-36 0 0,47-27-26 0 0,17-10-62 0 0,-56 28-60 0 0,54-27-240 0 0,0-1 0 0 0,0 0 1 0 0,0 0-1 0 0,0 0 0 0 0,0-1 1 0 0,0 0-1 0 0,-10-1 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0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8287 0 0,'6'1'480'0'0,"-1"0"-1"0"0,1 0 1 0 0,-1 0-1 0 0,1 1 1 0 0,-1 0-1 0 0,0 0 0 0 0,1 0 1 0 0,-1 1-1 0 0,0-1 1 0 0,4 5-1 0 0,10 3 1490 0 0,24 13-738 0 0,-1 2-1 0 0,0 2 1 0 0,-3 1 0 0 0,0 3-1 0 0,48 47 1 0 0,-70-59-1103 0 0,-1 0 0 0 0,0 1 0 0 0,-1 1 0 0 0,-2 1 0 0 0,13 24 0 0 0,-18-28-89 0 0,-1-1 0 0 0,-1 1 0 0 0,0 0 0 0 0,-1 1 0 0 0,-1-1 0 0 0,-1 1 0 0 0,2 31 0 0 0,-5-20-22 0 0,-2 0 0 0 0,0 0 0 0 0,-2 0 0 0 0,-2-1 0 0 0,0 1 0 0 0,-12 29 1 0 0,4-18 6 0 0,-3-1 0 0 0,-1-1 0 0 0,-39 61 0 0 0,-192 242-2625 0 0,215-301-5185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2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1042 336 8287 0 0,'3'-7'442'0'0,"0"-1"0"0"0,-1 1 0 0 0,0-1 0 0 0,0 0-1 0 0,0 0 1 0 0,-1 0 0 0 0,0 0 0 0 0,-1 0 0 0 0,0 0-1 0 0,0 0 1 0 0,-1 0 0 0 0,0 0 0 0 0,-2-9 0 0 0,0 6-99 0 0,0-1 1 0 0,0 1-1 0 0,-1 0 1 0 0,-1 0-1 0 0,0 1 1 0 0,0-1-1 0 0,-1 1 1 0 0,-10-13 0 0 0,9 14-131 0 0,-1 1 0 0 0,0 0 0 0 0,0 0 1 0 0,-1 1-1 0 0,0 0 0 0 0,0 0 0 0 0,0 1 1 0 0,-18-8-1 0 0,13 8-21 0 0,0 0 0 0 0,0 2 1 0 0,0-1-1 0 0,-1 2 0 0 0,-28-4 0 0 0,15 6-86 0 0,0 1-1 0 0,-1 1 0 0 0,1 1 1 0 0,1 2-1 0 0,-1 1 1 0 0,-42 12-1 0 0,36-6-116 0 0,1 1-1 0 0,1 2 0 0 0,1 1 1 0 0,0 1-1 0 0,0 2 0 0 0,2 0 1 0 0,0 3-1 0 0,2 0 0 0 0,0 2 1 0 0,-34 36-1 0 0,55-51-14 0 0,-1 0 0 0 0,1 0 0 0 0,1 0 1 0 0,-1 1-1 0 0,1-1 0 0 0,1 1 0 0 0,0 1 0 0 0,0-1 0 0 0,-4 14 0 0 0,7-16 4 0 0,0-1-1 0 0,0 1 1 0 0,1 0-1 0 0,0 0 1 0 0,0-1-1 0 0,0 1 1 0 0,1 0-1 0 0,0 0 1 0 0,0-1 0 0 0,1 1-1 0 0,-1-1 1 0 0,2 1-1 0 0,-1-1 1 0 0,7 12-1 0 0,-2-6-66 0 0,1 0-1 0 0,0-1 0 0 0,1 0 1 0 0,0-1-1 0 0,1 0 1 0 0,0 0-1 0 0,0-1 1 0 0,13 9-1 0 0,16 8 63 0 0,44 22-1 0 0,-58-34 8 0 0,116 60 150 0 0,27 16 99 0 0,-125-65-75 0 0,70 56 0 0 0,-107-76-90 0 0,1 0 0 0 0,-1 1 1 0 0,-1 0-1 0 0,1 0 0 0 0,-1 1 1 0 0,0-1-1 0 0,0 1 0 0 0,-1 0 1 0 0,0 0-1 0 0,4 10 0 0 0,-7-14-16 0 0,0 1 0 0 0,0 0-1 0 0,0 0 1 0 0,-1 0-1 0 0,1 0 1 0 0,-1 0 0 0 0,0 0-1 0 0,0 0 1 0 0,-1 0 0 0 0,1 0-1 0 0,-1 0 1 0 0,1 0-1 0 0,-1-1 1 0 0,0 1 0 0 0,-1 0-1 0 0,1 0 1 0 0,-1-1-1 0 0,0 1 1 0 0,0-1 0 0 0,0 1-1 0 0,0-1 1 0 0,0 0 0 0 0,-4 4-1 0 0,-3 3 73 0 0,-1 0-1 0 0,-1 0 0 0 0,0-1 1 0 0,0-1-1 0 0,-1 0 0 0 0,-24 13 1 0 0,-82 30 246 0 0,108-47-339 0 0,-74 28 87 0 0,-2-4 0 0 0,-171 32 0 0 0,238-57-420 0 0,-1 0 0 0 0,0-2-1 0 0,0 0 1 0 0,1-1 0 0 0,-1-1 0 0 0,0-1 0 0 0,0-1 0 0 0,1 0 0 0 0,-26-9 0 0 0,21 2-7220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3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17503 0 0,'7'19'776'0'0,"-2"-4"160"0"0,-2 1-744 0 0,0-3-192 0 0,0-1 0 0 0,-2-4 0 0 0,0 2 208 0 0,2 9 8 0 0,0 10 0 0 0,2 9 0 0 0,-1 4-104 0 0,0-5-16 0 0,-2-7-8 0 0,-3-4 0 0 0,-2-5-976 0 0,-4-4-192 0 0,-3-4-40 0 0,0-7 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3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4143 0 0,'14'4'922'0'0,"1"0"0"0"0,-1 1-1 0 0,0 0 1 0 0,-1 1-1 0 0,15 9 1 0 0,0-1-1121 0 0,4 0 150 0 0,-6-3-705 0 0,-1 1 0 0 0,-1 1 0 0 0,0 1 0 0 0,29 23 0 0 0,-49-34 673 0 0,-1 0-1 0 0,0 0 0 0 0,1 1 1 0 0,-2-1-1 0 0,1 1 0 0 0,0-1 0 0 0,-1 1 1 0 0,1 0-1 0 0,-1 0 0 0 0,0 0 1 0 0,0 0-1 0 0,-1 0 0 0 0,2 8 0 0 0,-2-6 25 0 0,0 0-1 0 0,-1 1 0 0 0,0-1 0 0 0,0 1 1 0 0,-1-1-1 0 0,0 0 0 0 0,0 0 0 0 0,-3 12 0 0 0,-7 20 233 0 0,2-9 355 0 0,1-1 0 0 0,-3 31 1 0 0,-6 106 9945 0 0,10-56-6751 0 0,8-77-3725 0 0,19-64-1772 0 0,4-6 1864 0 0,2 1 0 0 0,2 1 0 0 0,0 2 0 0 0,35-32 0 0 0,-54 58 64 0 0,0 0 0 0 0,1 1 0 0 0,-1 0 0 0 0,1 1-1 0 0,1 0 1 0 0,14-7 0 0 0,-22 12-46 0 0,0 0 0 0 0,0 0 0 0 0,0 0-1 0 0,0 1 1 0 0,0-1 0 0 0,0 1 0 0 0,1 0-1 0 0,-1 0 1 0 0,0 0 0 0 0,0 0 0 0 0,0 0 0 0 0,5 2-1 0 0,-5-1-34 0 0,-1 0-1 0 0,0 0 0 0 0,0 0 0 0 0,0 0 0 0 0,0 1 0 0 0,1-1 1 0 0,-2 1-1 0 0,1-1 0 0 0,0 1 0 0 0,0 0 0 0 0,-1 0 1 0 0,1 0-1 0 0,0 0 0 0 0,-1 0 0 0 0,0 0 0 0 0,0 0 0 0 0,1 0 1 0 0,0 3-1 0 0,1 5-48 0 0,0-1 0 0 0,0 0 0 0 0,-1 1 0 0 0,0 0 0 0 0,-1-1 0 0 0,0 1 0 0 0,-1 0 0 0 0,0 0 0 0 0,0 0 0 0 0,-2 11-1 0 0,-1-6 12 0 0,0 1 0 0 0,0-1-1 0 0,-2 0 1 0 0,0 0 0 0 0,-11 23-1 0 0,39-102-1313 0 0,-15 43 1021 0 0,1 0 0 0 0,1 1 0 0 0,1 0 0 0 0,22-31 0 0 0,-33 51 289 0 0,0-1-1 0 0,0 1 1 0 0,1-1 0 0 0,-1 1-1 0 0,0 0 1 0 0,0-1 0 0 0,1 1-1 0 0,-1 0 1 0 0,0 0 0 0 0,1-1 0 0 0,-1 1-1 0 0,0 0 1 0 0,1 0 0 0 0,-1-1-1 0 0,1 1 1 0 0,-1 0 0 0 0,0 0-1 0 0,1 0 1 0 0,-1 0 0 0 0,1 0 0 0 0,-1 0-1 0 0,0 0 1 0 0,1 0 0 0 0,-1 0-1 0 0,1 0 1 0 0,-1 0 0 0 0,1 0 0 0 0,-1 0-1 0 0,0 0 1 0 0,1 0 0 0 0,-1 0-1 0 0,1 0 1 0 0,-1 0 0 0 0,1 1-1 0 0,0 0 27 0 0,1 0 0 0 0,-1 0 0 0 0,0 0 0 0 0,0 0 0 0 0,0 0 0 0 0,0 1 0 0 0,-1-1 0 0 0,1 0 0 0 0,0 1 0 0 0,0 1 0 0 0,12 36 401 0 0,-6-3-576 0 0,-6-23 249 0 0,2-1 1 0 0,-1 1-1 0 0,2-1 0 0 0,7 20 0 0 0,-10-29-304 0 0,1 0 0 0 0,-1-1 0 0 0,1 1 0 0 0,0-1 0 0 0,0 1-1 0 0,0-1 1 0 0,0 1 0 0 0,0-1 0 0 0,0 0 0 0 0,0 0-1 0 0,1 0 1 0 0,-1-1 0 0 0,1 1 0 0 0,-1 0 0 0 0,1-1 0 0 0,0 0-1 0 0,0 1 1 0 0,0-1 0 0 0,-1 0 0 0 0,1-1 0 0 0,0 1-1 0 0,0 0 1 0 0,0-1 0 0 0,5 0 0 0 0,10 0-6820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3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94 919 0 0,'7'-14'-1172'0'0,"14"-29"5653"0"0,-19 39-3198 0 0,0 0-1 0 0,1 0 0 0 0,0 1 1 0 0,0-1-1 0 0,0 0 1 0 0,0 1-1 0 0,6-5 0 0 0,-9 8-1173 0 0,0 0-1 0 0,0 0 0 0 0,1-1 0 0 0,-1 1 1 0 0,0 0-1 0 0,1 0 0 0 0,-1 0 0 0 0,0 0 1 0 0,0-1-1 0 0,1 1 0 0 0,-1 0 0 0 0,0 0 0 0 0,1 0 1 0 0,-1 0-1 0 0,1 0 0 0 0,-1 0 0 0 0,0 0 1 0 0,1 0-1 0 0,-1 0 0 0 0,0 0 0 0 0,1 0 1 0 0,-1 0-1 0 0,0 0 0 0 0,1 0 0 0 0,-1 0 1 0 0,0 0-1 0 0,1 1 0 0 0,-1-1 0 0 0,1 0 1 0 0,4 11 1651 0 0,-2 18-456 0 0,-3-25-1073 0 0,-1 42 671 0 0,1-25-797 0 0,1 27 1 0 0,0-42-106 0 0,0 0 0 0 0,0 0 0 0 0,0 0 0 0 0,1 0 0 0 0,0-1 0 0 0,0 1 0 0 0,0-1 0 0 0,1 1 0 0 0,3 5 0 0 0,-6-11-11 0 0,1 1-1 0 0,-1 0 1 0 0,1-1 0 0 0,-1 1-1 0 0,0-1 1 0 0,1 1 0 0 0,-1 0-1 0 0,1-1 1 0 0,0 1 0 0 0,-1-1-1 0 0,1 1 1 0 0,-1-1 0 0 0,1 0-1 0 0,0 1 1 0 0,-1-1 0 0 0,1 0-1 0 0,0 1 1 0 0,0-1 0 0 0,-1 0-1 0 0,1 0 1 0 0,0 1 0 0 0,0-1-1 0 0,-1 0 1 0 0,1 0-1 0 0,0 0 1 0 0,0 0 0 0 0,-1 0-1 0 0,1 0 1 0 0,0 0 0 0 0,0-1-1 0 0,-1 1 1 0 0,1 0 0 0 0,0 0-1 0 0,-1 0 1 0 0,1-1 0 0 0,0 1-1 0 0,0 0 1 0 0,-1-1 0 0 0,1 1-1 0 0,-1-1 1 0 0,1 1 0 0 0,0-1-1 0 0,-1 1 1 0 0,1-1 0 0 0,-1 1-1 0 0,1-1 1 0 0,-1 0-1 0 0,1 0 1 0 0,4-5-296 0 0,0 0-1 0 0,-1 0 1 0 0,7-14 0 0 0,-6 12 164 0 0,22-43-503 0 0,-17 29 1070 0 0,24-34 0 0 0,-33 54-320 0 0,0 1 0 0 0,0 0 1 0 0,0 0-1 0 0,0-1 1 0 0,0 1-1 0 0,0 0 1 0 0,0 0-1 0 0,0 0 1 0 0,0 0-1 0 0,1 0 1 0 0,-1 0-1 0 0,0 1 1 0 0,1-1-1 0 0,-1 0 0 0 0,2 0 1 0 0,-2 1-67 0 0,0 0 1 0 0,0 1 0 0 0,0-1-1 0 0,0 0 1 0 0,-1 0-1 0 0,1 1 1 0 0,0-1-1 0 0,0 0 1 0 0,-1 1-1 0 0,1-1 1 0 0,0 1-1 0 0,0-1 1 0 0,-1 1 0 0 0,1 0-1 0 0,-1-1 1 0 0,1 1-1 0 0,0-1 1 0 0,-1 1-1 0 0,1 0 1 0 0,-1 0-1 0 0,0-1 1 0 0,1 1-1 0 0,-1 0 1 0 0,1 0 0 0 0,-1 0-1 0 0,0-1 1 0 0,1 3-1 0 0,5 15 68 0 0,0 1 1 0 0,-1 0-1 0 0,2 21 0 0 0,7 27 85 0 0,-10-54-346 0 0,0 0 1 0 0,1 0-1 0 0,1-1 0 0 0,12 22 0 0 0,-16-30 24 0 0,1-1-1 0 0,-1 1 0 0 0,1-1 0 0 0,1 1 1 0 0,-1-1-1 0 0,0 0 0 0 0,1 0 0 0 0,3 2 0 0 0,-4-4 5 0 0,-1 1-1 0 0,0-1 1 0 0,1 0-1 0 0,-1 0 1 0 0,1-1-1 0 0,-1 1 0 0 0,1 0 1 0 0,0-1-1 0 0,-1 1 1 0 0,1-1-1 0 0,-1 0 1 0 0,1 0-1 0 0,0 0 0 0 0,5-1 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4.1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67 1839 0 0,'4'-18'172'0'0,"-1"9"412"0"0,-1-1-1 0 0,1-20 1 0 0,-7 115 12221 0 0,-6 0-7647 0 0,-19 85-5786 0 0,7-54 1898 0 0,-15 181-132 0 0,33-147-2061 0 0,15-1-5157 0 0,-2-92-1015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4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201 547 10135 0 0,'9'-16'516'0'0,"0"-1"1"0"0,-1 0-1 0 0,0 0 0 0 0,9-36 0 0 0,10-74 3598 0 0,-25 115-3799 0 0,7-41 2047 0 0,6-99 1 0 0,-15 146-2251 0 0,-1-1 0 0 0,1 0 0 0 0,-1 0 1 0 0,0 0-1 0 0,0 0 0 0 0,-5-11 0 0 0,6 17-107 0 0,-1 0 0 0 0,1-1 0 0 0,-1 1 0 0 0,0-1 0 0 0,1 1 0 0 0,-1 0 0 0 0,0 0 0 0 0,0 0 0 0 0,0-1 0 0 0,0 1 0 0 0,0 0 0 0 0,0 0 0 0 0,0 0 0 0 0,-1 0 0 0 0,1 1 0 0 0,0-1 0 0 0,0 0 0 0 0,-1 0 0 0 0,1 1 0 0 0,0-1 0 0 0,-1 1 0 0 0,1-1 0 0 0,-1 1-1 0 0,1 0 1 0 0,-1-1 0 0 0,1 1 0 0 0,-1 0 0 0 0,1 0 0 0 0,-1 0 0 0 0,1 0 0 0 0,-1 0 0 0 0,1 1 0 0 0,-1-1 0 0 0,1 0 0 0 0,0 1 0 0 0,-3 0 0 0 0,-3 2-51 0 0,0 0-1 0 0,0 0 1 0 0,0 1-1 0 0,0 0 1 0 0,1 0 0 0 0,-1 1-1 0 0,1 0 1 0 0,-9 9-1 0 0,-41 50-392 0 0,52-58 417 0 0,-4 3-47 0 0,-12 16-40 0 0,0 1 0 0 0,-23 43 0 0 0,38-61 45 0 0,1 0 0 0 0,1 1 1 0 0,-1-1-1 0 0,1 1 1 0 0,1-1-1 0 0,0 1 1 0 0,0 0-1 0 0,0 0 1 0 0,1 0-1 0 0,1 0 0 0 0,0 0 1 0 0,0 0-1 0 0,3 18 1 0 0,-3-25 25 0 0,0 0 0 0 0,1-1 0 0 0,-1 1 0 0 0,1-1 1 0 0,-1 1-1 0 0,1-1 0 0 0,0 1 0 0 0,-1-1 0 0 0,1 1 0 0 0,0-1 1 0 0,0 0-1 0 0,0 1 0 0 0,0-1 0 0 0,0 0 0 0 0,0 0 0 0 0,1 0 0 0 0,-1 1 1 0 0,0-1-1 0 0,0-1 0 0 0,1 1 0 0 0,-1 0 0 0 0,1 0 0 0 0,-1 0 1 0 0,1-1-1 0 0,-1 1 0 0 0,1-1 0 0 0,-1 1 0 0 0,1-1 0 0 0,0 0 0 0 0,-1 1 1 0 0,1-1-1 0 0,3 0 0 0 0,3-1 160 0 0,1 0 0 0 0,-1 0 1 0 0,0-1-1 0 0,1 0 0 0 0,9-5 0 0 0,1 1 287 0 0,-14 5-344 0 0,-1 0 0 0 0,1 0 0 0 0,0 0 0 0 0,-1 1 0 0 0,1-1 0 0 0,0 1 1 0 0,-1 0-1 0 0,1 1 0 0 0,0-1 0 0 0,0 1 0 0 0,-1 0 0 0 0,1 0 0 0 0,-1 0 0 0 0,1 1 0 0 0,-1-1 0 0 0,1 1 0 0 0,-1 0 0 0 0,0 1 0 0 0,0-1 0 0 0,0 1 0 0 0,0-1 0 0 0,0 1 0 0 0,-1 1 0 0 0,1-1 0 0 0,-1 0 0 0 0,0 1 0 0 0,5 7 0 0 0,1 2 82 0 0,0 1-1 0 0,11 25 0 0 0,-1 0-375 0 0,-14-32-1843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4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7831 0 0,'11'-3'696'0'0,"-1"0"-560"0"0,0 3-136 0 0,-2 0 0 0 0,0 2 1768 0 0,7-2 328 0 0,12-2 64 0 0,16 1 16 0 0,15 1-1024 0 0,7-1-192 0 0,-1 0-48 0 0,-6-1-8 0 0,-6-1-712 0 0,-5 0-192 0 0,-5-1 0 0 0,-6 0-5568 0 0,-6-3-1152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5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 5983 0 0,'3'12'2134'0'0,"3"12"1438"0"0,6 39 1 0 0,-5 27-752 0 0,-13 90-794 0 0,-25 100-515 0 0,0-2-1095 0 0,29-252-391 0 0,3 46-1 0 0,-1-65-174 0 0,1 1-1 0 0,0-1 1 0 0,1 0-1 0 0,0 1 0 0 0,0-1 1 0 0,0 0-1 0 0,1 0 0 0 0,0 0 1 0 0,1 0-1 0 0,7 12 1 0 0,-10-18-16 0 0,1 1 0 0 0,-1-1 1 0 0,0 1-1 0 0,1-1 0 0 0,-1 0 1 0 0,1 1-1 0 0,0-1 0 0 0,-1 0 0 0 0,1 0 1 0 0,0 0-1 0 0,0 0 0 0 0,0 0 1 0 0,0-1-1 0 0,0 1 0 0 0,0-1 1 0 0,0 1-1 0 0,0-1 0 0 0,2 1 1 0 0,0-1-118 0 0,0-1-1 0 0,-1 1 1 0 0,1 0 0 0 0,-1-1 0 0 0,1 0-1 0 0,-1 0 1 0 0,1 0 0 0 0,-1 0 0 0 0,6-4 0 0 0,1 0-253 0 0,-1-1 0 0 0,0-1 0 0 0,-1 0 0 0 0,1 0 1 0 0,-1 0-1 0 0,7-9 0 0 0,13-19-439 0 0,23-39 1 0 0,2-1 2776 0 0,-50 70-1089 0 0,1 1 0 0 0,0-1 0 0 0,0 1 0 0 0,0 0 0 0 0,6-4 0 0 0,-9 7-574 0 0,0 1 1 0 0,-1-1-1 0 0,1 1 1 0 0,-1-1-1 0 0,1 1 0 0 0,0 0 1 0 0,0-1-1 0 0,-1 1 1 0 0,1 0-1 0 0,0-1 0 0 0,0 1 1 0 0,-1 0-1 0 0,1 0 0 0 0,0 0 1 0 0,0-1-1 0 0,0 1 1 0 0,-1 0-1 0 0,1 0 0 0 0,0 0 1 0 0,0 1-1 0 0,0-1 1 0 0,-1 0-1 0 0,1 0 0 0 0,0 0 1 0 0,0 0-1 0 0,0 1 1 0 0,-1-1-1 0 0,1 0 0 0 0,0 1 1 0 0,-1-1-1 0 0,1 1 1 0 0,0-1-1 0 0,-1 1 0 0 0,1-1 1 0 0,0 1-1 0 0,-1-1 1 0 0,1 1-1 0 0,-1-1 0 0 0,1 1 1 0 0,-1 0-1 0 0,1-1 1 0 0,-1 1-1 0 0,0 0 0 0 0,1 0 1 0 0,-1-1-1 0 0,1 2 1 0 0,0 4 33 0 0,1-1 1 0 0,0 1-1 0 0,-1 0 1 0 0,0-1-1 0 0,-1 1 1 0 0,1 0 0 0 0,-1 8-1 0 0,-5 43-17 0 0,3-40-115 0 0,-9 51-1439 0 0,10-60 397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5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 11919 0 0,'0'-2'256'0'0,"0"0"64"0"0,0 0 0 0 0,0 1 24 0 0,2 2-280 0 0,-1 2-64 0 0,0 0 0 0 0,0 2 0 0 0,3 4 800 0 0,-1 6 152 0 0,1 5 24 0 0,-2 2 8 0 0,0 2-1904 0 0,-1 3-376 0 0,1 1-80 0 0,0-7-8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5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0 224 8287 0 0,'7'23'2291'0'0,"1"-1"-1"0"0,1 0 1 0 0,1-1 0 0 0,15 25-1 0 0,-17-31-2572 0 0,-6-10 455 0 0,32 53 1448 0 0,-29-51-1516 0 0,0 0 1 0 0,1 0 0 0 0,0 0-1 0 0,0 0 1 0 0,10 7 0 0 0,-14-13-135 0 0,-1 1 0 0 0,1-1 0 0 0,-1 0 0 0 0,1 0 0 0 0,-1-1 1 0 0,1 1-1 0 0,0 0 0 0 0,-1 0 0 0 0,1-1 0 0 0,0 1 0 0 0,-1-1 0 0 0,1 0 0 0 0,0 1 1 0 0,0-1-1 0 0,0 0 0 0 0,-1 0 0 0 0,1 0 0 0 0,0 0 0 0 0,3-1 0 0 0,-2 0-52 0 0,-1 0-1 0 0,0 0 0 0 0,0 0 1 0 0,1 0-1 0 0,-1-1 0 0 0,0 1 1 0 0,0-1-1 0 0,0 1 0 0 0,-1-1 1 0 0,1 0-1 0 0,0 0 0 0 0,2-3 1 0 0,1-2-113 0 0,-1 0 0 0 0,0-1 0 0 0,0 1 0 0 0,-1-1 0 0 0,0 1 0 0 0,0-1 0 0 0,2-12 0 0 0,-4 8 148 0 0,1 1-1 0 0,-2-1 0 0 0,0 1 1 0 0,0-1-1 0 0,-1 0 1 0 0,-1 1-1 0 0,0-1 1 0 0,-4-13-1 0 0,1 8 490 0 0,-1 1 1 0 0,0-1-1 0 0,-1 1 0 0 0,-17-26 1 0 0,22 38-388 0 0,0 1 1 0 0,-1-1 0 0 0,0 1 0 0 0,1 0-1 0 0,-1 0 1 0 0,0 0 0 0 0,0 0 0 0 0,-1 1-1 0 0,1-1 1 0 0,-1 1 0 0 0,1 0 0 0 0,-1 0-1 0 0,0 0 1 0 0,1 1 0 0 0,-1-1 0 0 0,0 1-1 0 0,0 0 1 0 0,0 0 0 0 0,0 0 0 0 0,-9 0 0 0 0,33-7 168 0 0,-4 2-197 0 0,2 0-83 0 0,1 2 1 0 0,0 1 0 0 0,0 0-1 0 0,0 1 1 0 0,0 1-1 0 0,1 1 1 0 0,-1 0-1 0 0,0 2 1 0 0,38 7 0 0 0,-47-6 59 0 0,0 0 1 0 0,0 0-1 0 0,-1 0 1 0 0,1 1 0 0 0,-1 1-1 0 0,0 0 1 0 0,0 0-1 0 0,0 1 1 0 0,-1 0 0 0 0,0 0-1 0 0,0 1 1 0 0,-1 0-1 0 0,1 0 1 0 0,-1 1 0 0 0,-1 0-1 0 0,0 0 1 0 0,0 1-1 0 0,0-1 1 0 0,-1 1 0 0 0,4 12-1 0 0,-5-11 23 0 0,0 1 0 0 0,-1 0 0 0 0,-1-1 0 0 0,0 1 0 0 0,0 0 0 0 0,-1 0 0 0 0,0 14 0 0 0,0-37-24 0 0,1 0 0 0 0,0 0 0 0 0,0 1 1 0 0,5-14-1 0 0,-2 11 28 0 0,12-45 278 0 0,50-111-1 0 0,-66 167-255 0 0,1 0 1 0 0,-1 0-1 0 0,1 0 0 0 0,0 0 1 0 0,0 1-1 0 0,0-1 0 0 0,0 1 1 0 0,5-5-1 0 0,-6 7-37 0 0,-1-1 1 0 0,1 1-1 0 0,-1 0 0 0 0,1 0 1 0 0,-1-1-1 0 0,1 1 1 0 0,-1 0-1 0 0,1 0 0 0 0,-1 0 1 0 0,1 0-1 0 0,-1-1 1 0 0,1 1-1 0 0,-1 0 0 0 0,1 0 1 0 0,0 0-1 0 0,-1 0 1 0 0,1 0-1 0 0,-1 1 0 0 0,1-1 1 0 0,-1 0-1 0 0,2 0 1 0 0,-1 1-2 0 0,0-1 1 0 0,0 1 0 0 0,0 0-1 0 0,0 0 1 0 0,0 0-1 0 0,0-1 1 0 0,0 1 0 0 0,-1 0-1 0 0,1 0 1 0 0,0 0-1 0 0,0 0 1 0 0,-1 0 0 0 0,2 3-1 0 0,5 12 104 0 0,0 1 0 0 0,-2 1 0 0 0,0-1 0 0 0,6 36 0 0 0,-8-32-4 0 0,2 1 0 0 0,0-1 0 0 0,10 25 0 0 0,-12-40-481 0 0,0 1 0 0 0,1-1 0 0 0,0 0-1 0 0,6 9 1 0 0,-6-11-400 0 0,0 0-1 0 0,0 0 1 0 0,0 0-1 0 0,0-1 1 0 0,1 1 0 0 0,6 3-1 0 0,14 6-6714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7.2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718 2 9671 0 0,'-1'-1'542'0'0,"-1"1"-1"0"0,1 0 0 0 0,-1 0 0 0 0,1 0 1 0 0,-1 0-1 0 0,1 0 0 0 0,-1 0 1 0 0,1 0-1 0 0,-1 0 0 0 0,1 0 0 0 0,-1 1 1 0 0,1-1-1 0 0,-1 1 0 0 0,-1 0 0 0 0,-24 11 1116 0 0,22-9-1366 0 0,-278 153 1002 0 0,98-37-3691 0 0,140-87-611 0 0,-80 76 0 0 0,122-105 3015 0 0,0 0-1 0 0,0 0 0 0 0,0 1 0 0 0,1-1 1 0 0,-5 7-1 0 0,7-9 95 0 0,-1 0 1 0 0,1 0-1 0 0,0 0 1 0 0,-1 0-1 0 0,1 0 1 0 0,0 0-1 0 0,-1 0 0 0 0,1 0 1 0 0,0 0-1 0 0,0 0 1 0 0,0 0-1 0 0,0 0 1 0 0,0 0-1 0 0,0 0 1 0 0,1 0-1 0 0,-1 0 0 0 0,0 0 1 0 0,0 0-1 0 0,1 0 1 0 0,-1 0-1 0 0,1 0 1 0 0,-1 0-1 0 0,1 0 1 0 0,-1 0-1 0 0,1 0 0 0 0,-1-1 1 0 0,1 1-1 0 0,0 0 1 0 0,-1 0-1 0 0,3 1 1 0 0,8 6 728 0 0,0 1 1 0 0,1-1 0 0 0,24 11 0 0 0,44 15 503 0 0,-43-19-795 0 0,205 66 1112 0 0,-112-40-2034 0 0,-3 7-3688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7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1 176 5983 0 0,'4'-6'12880'0'0,"3"6"-13238"0"0,495-20 5386 0 0,-2-29-5127 0 0,52-34 152 0 0,-447 67-24 0 0,-88 15-119 0 0,1 0-1 0 0,0 2 0 0 0,34 4 1 0 0,-50-5 31 0 0,0 1 0 0 0,0-1 1 0 0,0 1-1 0 0,0-1 0 0 0,0 1 1 0 0,0 0-1 0 0,0 0 0 0 0,-1 0 1 0 0,1 0-1 0 0,3 2 0 0 0,-4-2-45 0 0,-1 0 0 0 0,1-1 0 0 0,-1 1 0 0 0,0 0 0 0 0,1-1 0 0 0,-1 1 0 0 0,1 0 0 0 0,-1 0 0 0 0,0-1 0 0 0,0 1 0 0 0,1 0 0 0 0,-1 0 0 0 0,0-1 0 0 0,0 1 0 0 0,0 0 0 0 0,0 0 0 0 0,0 0 0 0 0,0 0 0 0 0,0-1 0 0 0,0 1 0 0 0,0 0 0 0 0,-1 0 0 0 0,1 0 1 0 0,0-1-1 0 0,0 1 0 0 0,-1 0 0 0 0,1 0 0 0 0,0-1 0 0 0,-2 2 0 0 0,-2 6-1310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8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5983 0 0,'2'-7'536'0'0,"-1"2"-432"0"0,0 2-104 0 0,0 2 0 0 0,0 1 320 0 0,1 1 48 0 0,0 0 8 0 0,1 0 0 0 0,1 3-696 0 0,1 3-144 0 0,-1 4-24 0 0,0 6-8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9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12895 0 0,'0'-1'55'0'0,"1"1"0"0"0,0 0 0 0 0,-1-1 0 0 0,1 1-1 0 0,-1 0 1 0 0,1 0 0 0 0,0 0 0 0 0,-1 0 0 0 0,1-1-1 0 0,0 1 1 0 0,-1 0 0 0 0,1 0 0 0 0,0 0 0 0 0,-1 0-1 0 0,1 1 1 0 0,0-1 0 0 0,0 0 0 0 0,-1 0 0 0 0,1 0 0 0 0,-1 0-1 0 0,1 1 1 0 0,0-1 0 0 0,-1 0 0 0 0,1 1 0 0 0,-1-1-1 0 0,1 0 1 0 0,0 1 0 0 0,0 0 0 0 0,16 17 504 0 0,-11-11 24 0 0,21 24 146 0 0,-1 2 1 0 0,-2 1-1 0 0,-1 1 0 0 0,-1 1 0 0 0,28 66 1 0 0,-37-68-504 0 0,-1 1 1 0 0,-2 0 0 0 0,-1 1 0 0 0,-1 0 0 0 0,-3 0 0 0 0,3 69 0 0 0,-10-51-148 0 0,-1 1-1 0 0,-3 0 1 0 0,-3-1 0 0 0,-19 67-1 0 0,4-41-379 0 0,-4 0 0 0 0,-42 82 0 0 0,65-152 24 0 0,4-5 9 0 0,-1-1 1 0 0,0 0-1 0 0,0 0 0 0 0,0 0 0 0 0,0-1 0 0 0,-1 1 0 0 0,1-1 0 0 0,-1 1 1 0 0,0-1-1 0 0,-5 4 0 0 0,8-6 160 0 0,-1-1 0 0 0,0 0 1 0 0,0 1-1 0 0,1-1 0 0 0,-1 0 0 0 0,0 0 0 0 0,0 0 1 0 0,0 0-1 0 0,1 0 0 0 0,-1 0 0 0 0,0 0 0 0 0,0 0 1 0 0,1 0-1 0 0,-1 0 0 0 0,0 0 0 0 0,0 0 1 0 0,0-1-1 0 0,1 1 0 0 0,-1 0 0 0 0,0 0 0 0 0,1-1 1 0 0,-1 1-1 0 0,0-1 0 0 0,1 1 0 0 0,-1 0 1 0 0,0-1-1 0 0,1 1 0 0 0,-1-1 0 0 0,1 0 0 0 0,-1 1 1 0 0,1-1-1 0 0,-1 1 0 0 0,1-1 0 0 0,-1 0 0 0 0,1 0 1 0 0,-15-27-1497 0 0,15 28 1603 0 0,-8-21-129 0 0,1 0 0 0 0,1-1 0 0 0,1 0 0 0 0,1 0 0 0 0,1 0 0 0 0,1 0 0 0 0,1-44 0 0 0,4 14 1523 0 0,3 0 0 0 0,16-65 1 0 0,-10 63-373 0 0,2 0 1 0 0,3 1-1 0 0,47-100 1 0 0,-50 127-786 0 0,1 1 0 0 0,1 1 0 0 0,33-38 0 0 0,-35 46-235 0 0,2 1-1 0 0,0 1 0 0 0,0 0 0 0 0,1 1 0 0 0,33-19 1 0 0,-25 19 2 0 0,2 1 0 0 0,-1 1 1 0 0,2 1-1 0 0,-1 1 0 0 0,1 1 1 0 0,0 2-1 0 0,1 1 1 0 0,46-2-1 0 0,-52 6 121 0 0,1 1 0 0 0,-1 2 0 0 0,0 0 0 0 0,0 2 0 0 0,0 0 0 0 0,0 1 0 0 0,-1 2 0 0 0,1 0 0 0 0,-2 1 0 0 0,1 2 0 0 0,21 12 0 0 0,-37-19-94 0 0,-1 1-1 0 0,1-1 1 0 0,-1 1-1 0 0,0 1 1 0 0,0-1 0 0 0,0 1-1 0 0,-1-1 1 0 0,1 1-1 0 0,-1 1 1 0 0,5 8-1 0 0,-7-10-29 0 0,0 1 0 0 0,0-1 0 0 0,0 1 0 0 0,-1 0 0 0 0,0-1 0 0 0,0 1 0 0 0,-1 0 0 0 0,1-1 0 0 0,-1 1 0 0 0,0 0 0 0 0,0 0-1 0 0,0 0 1 0 0,-1-1 0 0 0,0 1 0 0 0,-1 5 0 0 0,-2 2-42 0 0,0 0 1 0 0,-1-1-1 0 0,0 0 0 0 0,-1 1 0 0 0,0-2 0 0 0,-1 1 1 0 0,0-1-1 0 0,-1 0 0 0 0,0-1 0 0 0,-16 16 0 0 0,-3-2-91 0 0,0-1 0 0 0,-47 29-1 0 0,-47 18-286 0 0,106-62 195 0 0,0 0 1 0 0,0-2 0 0 0,-1 1 0 0 0,0-2 0 0 0,0 0 0 0 0,-23 2 0 0 0,11-11 577 0 0,28 5-253 0 0,1 0 0 0 0,0 0 0 0 0,-1 0 0 0 0,1 0 0 0 0,-1 0 0 0 0,1 1 0 0 0,-1-1-1 0 0,1 0 1 0 0,-1 0 0 0 0,1 0 0 0 0,-1 0 0 0 0,1 1 0 0 0,-1-1 0 0 0,1 0 0 0 0,-1 1 0 0 0,0-1 0 0 0,1 0-1 0 0,-1 1 1 0 0,1-1 0 0 0,-1 0 0 0 0,0 1 0 0 0,1-1 0 0 0,-1 1 0 0 0,0-1 0 0 0,0 1 0 0 0,1-1 0 0 0,-1 1-1 0 0,109 148 151 0 0,6 8-354 0 0,-14-47-883 0 0,-66-79 35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9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383 304 13359 0 0,'1'-22'1490'0'0,"0"1"1"0"0,-2-1-1 0 0,0 1 0 0 0,-8-39 0 0 0,7 45-1218 0 0,-1 1 1 0 0,-1 0 0 0 0,0 0-1 0 0,0 0 1 0 0,-13-25 0 0 0,15 35-246 0 0,-1 1 1 0 0,1-1 0 0 0,-1 0 0 0 0,0 1-1 0 0,0 0 1 0 0,0 0 0 0 0,0 0 0 0 0,-1 0 0 0 0,1 0-1 0 0,-6-3 1 0 0,6 5-47 0 0,0-1-1 0 0,0 1 1 0 0,0 0 0 0 0,-1 0-1 0 0,1 0 1 0 0,0 0 0 0 0,-1 1-1 0 0,1-1 1 0 0,-1 1 0 0 0,1 0-1 0 0,0 0 1 0 0,-1 0 0 0 0,1 1-1 0 0,-1-1 1 0 0,-3 2 0 0 0,-2 0-74 0 0,-1 2-1 0 0,1-1 1 0 0,0 1 0 0 0,0 1 0 0 0,1-1-1 0 0,-1 2 1 0 0,1-1 0 0 0,0 1 0 0 0,1 0-1 0 0,-10 10 1 0 0,0 1-80 0 0,1 1 0 0 0,1 1 0 0 0,-15 23 1 0 0,18-22 143 0 0,0 0 1 0 0,-10 25 0 0 0,19-38 25 0 0,0 0 0 0 0,0 1 1 0 0,1 0-1 0 0,0-1 1 0 0,1 1-1 0 0,-1 0 1 0 0,1 0-1 0 0,1 0 0 0 0,0 16 1 0 0,1-22-13 0 0,-1 1 1 0 0,0-1-1 0 0,1 0 0 0 0,0 1 1 0 0,-1-1-1 0 0,1 0 1 0 0,0 0-1 0 0,0 1 1 0 0,1-1-1 0 0,-1 0 0 0 0,0 0 1 0 0,1 0-1 0 0,-1 0 1 0 0,1 0-1 0 0,-1-1 0 0 0,1 1 1 0 0,3 2-1 0 0,-2-2 41 0 0,0-1-1 0 0,0 1 0 0 0,0-1 1 0 0,1 1-1 0 0,-1-1 0 0 0,0 0 1 0 0,0-1-1 0 0,1 1 0 0 0,-1-1 1 0 0,1 1-1 0 0,3-1 0 0 0,8-1 200 0 0,-1 0 0 0 0,0-1 0 0 0,1-1 0 0 0,21-7 1 0 0,-11 2-113 0 0,-12 4 5 0 0,-1 0-1 0 0,1 1 1 0 0,22-4 0 0 0,-32 7-106 0 0,0 0 0 0 0,0 0 1 0 0,0 0-1 0 0,0 0 0 0 0,0 0 0 0 0,0 0 1 0 0,0 1-1 0 0,0 0 0 0 0,-1-1 1 0 0,1 1-1 0 0,0 0 0 0 0,0 1 0 0 0,-1-1 1 0 0,1 0-1 0 0,-1 1 0 0 0,1-1 0 0 0,-1 1 1 0 0,1 0-1 0 0,-1 0 0 0 0,0 0 1 0 0,0 0-1 0 0,2 3 0 0 0,2 3-294 0 0,-1 1 0 0 0,-1 0 0 0 0,1 0 0 0 0,-1 1 0 0 0,-1-1 0 0 0,0 1-1 0 0,0 0 1 0 0,-1 0 0 0 0,0 0 0 0 0,-1 0 0 0 0,1 19 0 0 0,-2-23-669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19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8751 0 0,'1'0'328'0'0,"0"0"-1"0"0,0 0 0 0 0,0-1 0 0 0,0 1 0 0 0,0 0 0 0 0,0 0 1 0 0,0 0-1 0 0,0 0 0 0 0,0 0 0 0 0,0 1 0 0 0,0-1 1 0 0,0 0-1 0 0,0 0 0 0 0,-1 1 0 0 0,1-1 0 0 0,0 0 1 0 0,0 1-1 0 0,0-1 0 0 0,0 1 0 0 0,0-1 0 0 0,0 1 1 0 0,1 1 653 0 0,-1 0-654 0 0,20 19 2401 0 0,-15-12-2457 0 0,0 1 0 0 0,-1 0 0 0 0,0 0 0 0 0,0 0 0 0 0,-1 0 0 0 0,-1 1 0 0 0,0-1 0 0 0,3 15 0 0 0,-2 1-764 0 0,-1 0 0 0 0,-1 37 0 0 0,9-80-1532 0 0,-5 6 1875 0 0,52-79 1117 0 0,-47 73-408 0 0,2 2 1 0 0,0-1-1 0 0,19-17 0 0 0,-29 31-476 0 0,0-1-1 0 0,-1 1 0 0 0,1 0 1 0 0,0 0-1 0 0,1 0 1 0 0,-1 1-1 0 0,0-1 1 0 0,0 1-1 0 0,1 0 0 0 0,6-2 1 0 0,-9 3-60 0 0,1-1 1 0 0,0 1 0 0 0,-1 0-1 0 0,1 0 1 0 0,0 1-1 0 0,0-1 1 0 0,-1 0-1 0 0,1 1 1 0 0,0-1 0 0 0,-1 0-1 0 0,1 1 1 0 0,-1 0-1 0 0,1-1 1 0 0,-1 1-1 0 0,1 0 1 0 0,-1 0 0 0 0,1 0-1 0 0,-1 0 1 0 0,0 0-1 0 0,1 0 1 0 0,-1 1-1 0 0,0-1 1 0 0,0 0 0 0 0,2 3-1 0 0,1 3 26 0 0,0 0-1 0 0,0 0 1 0 0,-1 0-1 0 0,0 1 1 0 0,0-1-1 0 0,2 10 1 0 0,8 49 121 0 0,-10-45-169 0 0,5 39-171 0 0,-6-35-329 0 0,2 0 0 0 0,9 33 0 0 0,-11-49-585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1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 14 4607 0 0,'28'-13'10120'0'0,"-27"14"-9852"0"0,7 8 515 0 0,-5-4-473 0 0,-1 0 0 0 0,0 0-1 0 0,0 0 1 0 0,-1 0 0 0 0,1 0 0 0 0,-1 0 0 0 0,1 10-1 0 0,0 41 264 0 0,-2-47-496 0 0,-7 211 622 0 0,2 102-229 0 0,8-276-528 0 0,2-1 0 0 0,1 1-1 0 0,3-1 1 0 0,28 87-1 0 0,-36-131 44 0 0,2 10-158 0 0,1-1 0 0 0,0 1 0 0 0,1-1 0 0 0,0 0 0 0 0,1 0 0 0 0,0-1 0 0 0,9 11 1 0 0,-15-19 169 0 0,0-1 1 0 0,1 0 0 0 0,-1 1 0 0 0,0-1-1 0 0,1 0 1 0 0,-1 1 0 0 0,1-1 0 0 0,-1 0 0 0 0,1 1-1 0 0,-1-1 1 0 0,0 0 0 0 0,1 0 0 0 0,-1 1 0 0 0,1-1-1 0 0,-1 0 1 0 0,1 0 0 0 0,0 0 0 0 0,-1 0 0 0 0,1 0-1 0 0,-1 0 1 0 0,1 1 0 0 0,-1-1 0 0 0,1-1-1 0 0,-1 1 1 0 0,1 0 0 0 0,-1 0 0 0 0,1 0 0 0 0,-1 0-1 0 0,1 0 1 0 0,0-1 0 0 0,0 0 22 0 0,0 1-1 0 0,0-1 1 0 0,0 0-1 0 0,0 0 1 0 0,0 0 0 0 0,0 0-1 0 0,0-1 1 0 0,-1 1-1 0 0,1 0 1 0 0,0 0 0 0 0,-1 0-1 0 0,1-2 1 0 0,1-3 80 0 0,0 0 0 0 0,0 0 0 0 0,-1-1 0 0 0,1-8 0 0 0,-1-1-52 0 0,-2 1 0 0 0,0 0 0 0 0,-1 0 0 0 0,0-1 0 0 0,-1 1 0 0 0,-6-15 0 0 0,-4-8-184 0 0,-20-40 0 0 0,5 24 27 0 0,24 49 138 0 0,1-1-1 0 0,-1 1 1 0 0,0 0 0 0 0,0 0-1 0 0,-1 1 1 0 0,1-1 0 0 0,-9-5-1 0 0,11 9-23 0 0,-1 0 0 0 0,1 0 0 0 0,-1 0 0 0 0,1 0 0 0 0,-1 0 0 0 0,0 1 0 0 0,0-1 0 0 0,1 1 0 0 0,-1-1 0 0 0,0 1 0 0 0,0 0 0 0 0,1 0 0 0 0,-1 0 0 0 0,0 1 0 0 0,0-1 0 0 0,1 1 0 0 0,-1-1 0 0 0,0 1 0 0 0,1 0 0 0 0,-1 0 0 0 0,0 0 0 0 0,-2 2 0 0 0,-4 2-10 0 0,-1 1 0 0 0,1 0 0 0 0,1 0 1 0 0,-12 11-1 0 0,6-4-11 0 0,1 0 0 0 0,1 1 0 0 0,0 1 0 0 0,1 0 1 0 0,0 0-1 0 0,-8 18 0 0 0,12-20 70 0 0,1 0-1 0 0,0 1 1 0 0,2-1 0 0 0,-1 1 0 0 0,2 0 0 0 0,0 0 0 0 0,0 1-1 0 0,0 20 1 0 0,3-31-29 0 0,0 1 1 0 0,0 0-1 0 0,0 0 0 0 0,1 0 0 0 0,0 0 0 0 0,0 0 1 0 0,0 0-1 0 0,1 0 0 0 0,0-1 0 0 0,0 1 1 0 0,0 0-1 0 0,0-1 0 0 0,0 0 0 0 0,1 0 0 0 0,0 1 1 0 0,6 5-1 0 0,-5-6-110 0 0,1 0 0 0 0,0 0 0 0 0,-1-1 0 0 0,1 0 0 0 0,0 0 0 0 0,1 0 1 0 0,-1-1-1 0 0,1 1 0 0 0,-1-1 0 0 0,1-1 0 0 0,-1 1 0 0 0,1-1 0 0 0,11 1 0 0 0,-2-1-141 0 0,1 0-1 0 0,0-2 1 0 0,0 0-1 0 0,-1 0 1 0 0,1-2-1 0 0,-1 0 1 0 0,0-1-1 0 0,1 0 1 0 0,-2-1-1 0 0,1-1 1 0 0,0 0-1 0 0,-1-1 1 0 0,-1-1-1 0 0,19-13 1 0 0,-12 7 101 0 0,-1-1 1 0 0,-1-2 0 0 0,0 1-1 0 0,-2-2 1 0 0,0 0-1 0 0,-1-1 1 0 0,0-1-1 0 0,18-35 1 0 0,-27 44 478 0 0,2-2 2601 0 0,-21 89-2336 0 0,8-42-520 0 0,2-14 7 0 0,-1 37 1 0 0,4-51-111 0 0,1 0-1 0 0,-1 0 1 0 0,1 0-1 0 0,0-1 1 0 0,0 1-1 0 0,0 0 1 0 0,1-1 0 0 0,0 1-1 0 0,0-1 1 0 0,1 1-1 0 0,3 5 1 0 0,-4-9-26 0 0,0 1 1 0 0,0-1-1 0 0,0-1 1 0 0,0 1-1 0 0,0 0 0 0 0,0-1 1 0 0,1 1-1 0 0,-1-1 1 0 0,0 1-1 0 0,1-1 1 0 0,-1 0-1 0 0,1 0 1 0 0,0 0-1 0 0,-1-1 1 0 0,1 1-1 0 0,0 0 1 0 0,-1-1-1 0 0,1 0 1 0 0,0 0-1 0 0,0 0 1 0 0,-1 0-1 0 0,1 0 1 0 0,0 0-1 0 0,-1-1 1 0 0,1 1-1 0 0,3-2 1 0 0,4-1 149 0 0,0 0 0 0 0,-1 0 0 0 0,0-1 0 0 0,1 0 0 0 0,15-11 1 0 0,-13 7-182 0 0,-1 0 1 0 0,0-1 0 0 0,0 0 0 0 0,-1-1-1 0 0,0 0 1 0 0,-1-1 0 0 0,0 1 0 0 0,8-14-1 0 0,-13 18-46 0 0,-1 0-1 0 0,0 0 0 0 0,0-1 1 0 0,0 1-1 0 0,-1-1 0 0 0,0 1 1 0 0,0-1-1 0 0,-1 0 0 0 0,0 1 1 0 0,0-1-1 0 0,0 0 0 0 0,-1 0 1 0 0,0 0-1 0 0,-1 0 0 0 0,1 0 1 0 0,-1 1-1 0 0,-1-1 0 0 0,-2-9 1 0 0,3 12 183 0 0,0 0 1 0 0,-1 1-1 0 0,1-1 1 0 0,-1 1 0 0 0,0-1-1 0 0,0 1 1 0 0,0 0-1 0 0,0 0 1 0 0,-1 0 0 0 0,1 0-1 0 0,-1 0 1 0 0,0 0-1 0 0,-4-3 1 0 0,3 4-42 0 0,0 0-1 0 0,0 0 1 0 0,0 1 0 0 0,0-1 0 0 0,0 1-1 0 0,0 0 1 0 0,0 0 0 0 0,0 1 0 0 0,0-1-1 0 0,0 1 1 0 0,0 0 0 0 0,-6 0 0 0 0,2 0-270 0 0,1 1 0 0 0,0 0 0 0 0,0 0 0 0 0,0 0 0 0 0,0 1 0 0 0,-12 4 1 0 0,52-18-2547 0 0,26-1 2971 0 0,-37 9-85 0 0,-10 1 280 0 0,0 1 0 0 0,1 1-1 0 0,-1 0 1 0 0,0 0 0 0 0,1 1-1 0 0,23 4 1 0 0,-29-3-225 0 0,-1 0 0 0 0,0 1 0 0 0,0 0 0 0 0,0 1 0 0 0,0-1 0 0 0,0 1 0 0 0,0 0 0 0 0,-1 1 0 0 0,1-1 0 0 0,-1 1 0 0 0,0 0 0 0 0,0 1 0 0 0,0-1 0 0 0,-1 1 1 0 0,5 5-1 0 0,0 3-65 0 0,-1 1-1 0 0,0 0 1 0 0,0 0 0 0 0,-1 0 0 0 0,-1 1 0 0 0,-1 0 0 0 0,5 22 0 0 0,-4-11-276 0 0,-1 1 0 0 0,-2-1-1 0 0,1 43 1 0 0,-5-52-204 0 0,-2-29 44 0 0,2-18 825 0 0,2-1 0 0 0,0 1 0 0 0,2 1 0 0 0,2-1 0 0 0,0 0 1 0 0,19-54-1 0 0,-22 78-444 0 0,1 0 1 0 0,-1 0-1 0 0,2 0 0 0 0,-1 0 1 0 0,0 1-1 0 0,1-1 1 0 0,0 1-1 0 0,7-7 1 0 0,-10 11-45 0 0,0 0 0 0 0,0 0 1 0 0,1 0-1 0 0,-1 0 1 0 0,0 0-1 0 0,1 0 1 0 0,-1 1-1 0 0,1-1 0 0 0,-1 1 1 0 0,1-1-1 0 0,-1 1 1 0 0,1-1-1 0 0,-1 1 1 0 0,1 0-1 0 0,-1-1 0 0 0,3 1 1 0 0,-2 0-4 0 0,-1 1 1 0 0,1-1 0 0 0,0 1-1 0 0,-1-1 1 0 0,1 1-1 0 0,-1 0 1 0 0,1 0 0 0 0,-1-1-1 0 0,1 1 1 0 0,-1 0-1 0 0,0 0 1 0 0,1 1 0 0 0,-1-1-1 0 0,0 0 1 0 0,0 0-1 0 0,0 0 1 0 0,0 1 0 0 0,2 2-1 0 0,2 4 22 0 0,-1-1 0 0 0,0 1 0 0 0,0 0 0 0 0,-1 0-1 0 0,0 1 1 0 0,2 10 0 0 0,8 53 95 0 0,-11-50-214 0 0,12 42 0 0 0,-14-62 82 0 0,0-1 0 0 0,1 0 0 0 0,-1 0 0 0 0,0 0 0 0 0,1 0 1 0 0,-1 0-1 0 0,1 0 0 0 0,-1 0 0 0 0,1 0 0 0 0,0 0 0 0 0,-1 0 1 0 0,1 0-1 0 0,0 0 0 0 0,0 0 0 0 0,-1 0 0 0 0,1 0 0 0 0,0 0 1 0 0,0-1-1 0 0,0 1 0 0 0,0 0 0 0 0,2 0 0 0 0,-2-1 14 0 0,1 0-1 0 0,-1 0 1 0 0,1 0-1 0 0,-1-1 1 0 0,0 1-1 0 0,1 0 1 0 0,-1-1-1 0 0,1 1 1 0 0,-1-1-1 0 0,0 0 1 0 0,0 1-1 0 0,1-1 1 0 0,-1 0-1 0 0,0 0 1 0 0,0 1-1 0 0,0-1 1 0 0,2-2-1 0 0,17-15 76 0 0,-1-2 0 0 0,21-25 0 0 0,-12 13 36 0 0,20-28-46 0 0,-30 37 242 0 0,1 0 0 0 0,31-29-1 0 0,-48 50-235 0 0,1 0 0 0 0,-1 0 0 0 0,0 0 0 0 0,1 1 0 0 0,-1-1 0 0 0,1 1 0 0 0,0 0 0 0 0,-1-1 0 0 0,1 1 0 0 0,3 0 0 0 0,-5 0-46 0 0,0 1 1 0 0,0 0 0 0 0,0 0 0 0 0,0 0-1 0 0,0 1 1 0 0,0-1 0 0 0,0 0 0 0 0,0 0-1 0 0,0 0 1 0 0,0 1 0 0 0,0-1-1 0 0,0 1 1 0 0,0-1 0 0 0,0 1 0 0 0,0-1-1 0 0,0 1 1 0 0,0-1 0 0 0,-1 1 0 0 0,1 0-1 0 0,0-1 1 0 0,0 1 0 0 0,-1 0 0 0 0,1 0-1 0 0,0 0 1 0 0,-1-1 0 0 0,1 1-1 0 0,-1 0 1 0 0,1 0 0 0 0,-1 0 0 0 0,0 0-1 0 0,1 0 1 0 0,-1 1 0 0 0,4 8 32 0 0,-2-1 1 0 0,1 1-1 0 0,-1 0 0 0 0,-1 0 1 0 0,1 14-1 0 0,-2 53 51 0 0,-1-50-147 0 0,0-6-90 0 0,0-2-578 0 0,1 1 0 0 0,5 35 1 0 0,-1-36-7006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2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97 12439 0 0,'2'0'304'0'0,"0"-1"-1"0"0,1 1 0 0 0,-1 0 1 0 0,0 0-1 0 0,1 0 0 0 0,-1 0 0 0 0,0 0 1 0 0,1 0-1 0 0,-1 1 0 0 0,0-1 1 0 0,0 1-1 0 0,1 0 0 0 0,-1-1 1 0 0,0 1-1 0 0,3 2 0 0 0,-1-1 55 0 0,1 1-1 0 0,-1 0 1 0 0,0 0 0 0 0,-1 1-1 0 0,1-1 1 0 0,5 8-1 0 0,2 4 31 0 0,-1 0 0 0 0,-1 1 0 0 0,8 16 0 0 0,-17-30-368 0 0,31 66 255 0 0,-17-35-247 0 0,35 62 0 0 0,-43-86-29 0 0,0 0 0 0 0,0 0 0 0 0,1-1 0 0 0,0 0 0 0 0,1-1 0 0 0,0 0 1 0 0,0 0-1 0 0,0 0 0 0 0,1-1 0 0 0,0 0 0 0 0,11 5 0 0 0,-15-9 13 0 0,-1 0 0 0 0,0-1 0 0 0,1 1 0 0 0,-1-1 0 0 0,1 0 0 0 0,-1 0 0 0 0,1-1 1 0 0,0 1-1 0 0,-1-1 0 0 0,1 0 0 0 0,0 0 0 0 0,-1-1 0 0 0,1 1 0 0 0,0-1 0 0 0,5-2 0 0 0,-4 1 25 0 0,0 0 1 0 0,0-1 0 0 0,-1 0-1 0 0,1 0 1 0 0,-1-1-1 0 0,0 1 1 0 0,0-1-1 0 0,0 0 1 0 0,0-1 0 0 0,4-5-1 0 0,1-3 38 0 0,0 0-1 0 0,0-1 0 0 0,-1-1 1 0 0,-1 0-1 0 0,-1 0 1 0 0,0 0-1 0 0,7-27 0 0 0,-5 11-23 0 0,7-44-1 0 0,-14 59-14 0 0,0 1 0 0 0,-2-1 0 0 0,1 0 1 0 0,-5-30-1 0 0,4 43-34 0 0,-1 0-1 0 0,0-1 1 0 0,0 1 0 0 0,0 0-1 0 0,0-1 1 0 0,0 1 0 0 0,-1 0 0 0 0,1 0-1 0 0,-1 0 1 0 0,0 0 0 0 0,0 0 0 0 0,0 1-1 0 0,0-1 1 0 0,-1 1 0 0 0,1-1 0 0 0,-1 1-1 0 0,1 0 1 0 0,-1 0 0 0 0,-4-3-1 0 0,3 3 1 0 0,-1 0-1 0 0,1 0 1 0 0,-1 1-1 0 0,0 0 1 0 0,0-1-1 0 0,0 1 1 0 0,1 1-1 0 0,-1-1 0 0 0,0 1 1 0 0,0 0-1 0 0,0 0 1 0 0,-9 2-1 0 0,1 0-1 0 0,1 1 0 0 0,1 0 0 0 0,-1 1 0 0 0,0 0 0 0 0,1 1 0 0 0,0 0 0 0 0,0 1 0 0 0,0 0 0 0 0,1 0 0 0 0,0 2 0 0 0,0-1 0 0 0,1 1 0 0 0,0 0 0 0 0,0 1 0 0 0,1 0 0 0 0,0 1 0 0 0,1 0 0 0 0,0 0 0 0 0,-6 12 0 0 0,8-14 0 0 0,0 1 0 0 0,1 1 0 0 0,1-1 0 0 0,-1 1 0 0 0,1-1 0 0 0,1 1 0 0 0,0 0 0 0 0,0 0 0 0 0,1 0 0 0 0,0 0 0 0 0,1 0 0 0 0,0 0 0 0 0,1 0 0 0 0,0 0 0 0 0,0 0 0 0 0,1 0 0 0 0,0 0 0 0 0,1 0 0 0 0,0 0 0 0 0,1-1 0 0 0,0 0 0 0 0,0 0 0 0 0,9 13 0 0 0,-6-12 18 0 0,0-1-1 0 0,1 0 1 0 0,0 0 0 0 0,1 0-1 0 0,0-1 1 0 0,1-1-1 0 0,-1 1 1 0 0,1-2 0 0 0,1 1-1 0 0,-1-1 1 0 0,1-1-1 0 0,0 0 1 0 0,0-1 0 0 0,14 4-1 0 0,-12-4 3 0 0,0-1 1 0 0,0-1-1 0 0,0 0 0 0 0,1-1 1 0 0,-1-1-1 0 0,1 0 0 0 0,-1 0 1 0 0,0-2-1 0 0,1 1 0 0 0,-1-2 1 0 0,0 0-1 0 0,21-7 0 0 0,-22 5-145 0 0,-1-1-1 0 0,0-1 1 0 0,0 0-1 0 0,0 0 1 0 0,0-1-1 0 0,-1-1 1 0 0,-1 1 0 0 0,1-1-1 0 0,-2-1 1 0 0,1 0-1 0 0,10-17 1 0 0,2-6-537 0 0,-1-1 0 0 0,22-54 1 0 0,-34 71 36 0 0,-3 4 68 0 0,0 0 1 0 0,2 0 0 0 0,-1 1 0 0 0,2 0-1 0 0,11-15 1 0 0,-19 27 570 0 0,0-1 1 0 0,1 0-1 0 0,-1 1 0 0 0,1-1 0 0 0,-1 1 1 0 0,1 0-1 0 0,-1-1 0 0 0,1 1 1 0 0,-1-1-1 0 0,1 1 0 0 0,-1 0 0 0 0,1-1 1 0 0,0 1-1 0 0,-1 0 0 0 0,1 0 1 0 0,-1-1-1 0 0,1 1 0 0 0,0 0 0 0 0,-1 0 1 0 0,1 0-1 0 0,0 0 0 0 0,-1 0 1 0 0,1 0-1 0 0,0 0 0 0 0,-1 0 0 0 0,2 0 1 0 0,-1 1 57 0 0,-1-1 1 0 0,1 1 0 0 0,0-1-1 0 0,0 1 1 0 0,0 0 0 0 0,-1-1-1 0 0,1 1 1 0 0,0 0 0 0 0,-1 0-1 0 0,1-1 1 0 0,-1 1 0 0 0,1 0-1 0 0,-1 0 1 0 0,1 0 0 0 0,0 1-1 0 0,1 5 399 0 0,0 0-1 0 0,0 0 0 0 0,2 11 1 0 0,-4-18-468 0 0,5 45 1137 0 0,-1 47 0 0 0,-3-55-1001 0 0,1-1 0 0 0,12 62 0 0 0,-10-79-138 0 0,1 0-1 0 0,13 28 0 0 0,-16-42 17 0 0,0 0-1 0 0,1 0 1 0 0,0 0 0 0 0,0 0 0 0 0,0 0-1 0 0,1-1 1 0 0,0 0 0 0 0,0 1-1 0 0,0-1 1 0 0,0 0 0 0 0,0-1 0 0 0,1 1-1 0 0,6 3 1 0 0,-9-6-12 0 0,0 0-1 0 0,0 0 1 0 0,0-1 0 0 0,0 1-1 0 0,1 0 1 0 0,-1-1 0 0 0,0 0-1 0 0,0 1 1 0 0,1-1 0 0 0,-1 0-1 0 0,0 0 1 0 0,0 0 0 0 0,1 0-1 0 0,-1-1 1 0 0,0 1 0 0 0,4-2-1 0 0,-2 0 11 0 0,0 1 0 0 0,0-1 0 0 0,-1 0-1 0 0,1-1 1 0 0,-1 1 0 0 0,0-1 0 0 0,0 1-1 0 0,5-6 1 0 0,2-4 30 0 0,0 0 0 0 0,-1-1 0 0 0,13-25 0 0 0,5-19-26 0 0,-3-1 0 0 0,25-89-1 0 0,-25 73-10 0 0,6-13-507 0 0,14-44-814 0 0,-42 123-121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2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1 400 1375 0 0,'30'6'986'0'0,"-11"-5"2008"0"0,0-2 0 0 0,19-1 0 0 0,-29 1-3034 0 0,10-1 1318 0 0,0-1 0 0 0,0-1 0 0 0,0-1 0 0 0,20-7 0 0 0,-23 6-858 0 0,-1-1 1 0 0,1-1-1 0 0,-1 0 0 0 0,25-19 1 0 0,-30 19-534 0 0,0 0 1 0 0,-1-1-1 0 0,0 0 1 0 0,0 0-1 0 0,-1-1 1 0 0,0 0-1 0 0,-1 0 1 0 0,0-1-1 0 0,-1 0 1 0 0,0-1-1 0 0,0 1 1 0 0,-1-1-1 0 0,-1 0 0 0 0,0 0 1 0 0,-1-1-1 0 0,3-16 1 0 0,-5 20 90 0 0,0-1-1 0 0,-1 1 1 0 0,0 0-1 0 0,0 0 1 0 0,-1-1 0 0 0,-2-11-1 0 0,2 19 10 0 0,1 0-1 0 0,-1-1 1 0 0,0 1 0 0 0,1-1-1 0 0,-1 1 1 0 0,0 0-1 0 0,-1 0 1 0 0,1 0-1 0 0,0 0 1 0 0,-1-1-1 0 0,1 2 1 0 0,-1-1-1 0 0,1 0 1 0 0,-1 0 0 0 0,0 0-1 0 0,0 1 1 0 0,0-1-1 0 0,0 1 1 0 0,0 0-1 0 0,0-1 1 0 0,0 1-1 0 0,-1 0 1 0 0,1 0-1 0 0,0 0 1 0 0,-1 1 0 0 0,1-1-1 0 0,0 0 1 0 0,-3 1-1 0 0,-3-1-10 0 0,0 1 0 0 0,0 1-1 0 0,1 0 1 0 0,-1 0 0 0 0,0 0 0 0 0,1 1-1 0 0,-1 0 1 0 0,1 0 0 0 0,0 1-1 0 0,0 0 1 0 0,0 0 0 0 0,0 1 0 0 0,0 0-1 0 0,1 0 1 0 0,0 0 0 0 0,-8 8-1 0 0,-3 3 41 0 0,0 1-1 0 0,1 1 1 0 0,1 1-1 0 0,-15 22 0 0 0,20-26 101 0 0,1 1 0 0 0,1 0-1 0 0,1 0 1 0 0,0 1 0 0 0,-8 26-1 0 0,12-32 59 0 0,0 0-1 0 0,1 0 1 0 0,1 1-1 0 0,0-1 1 0 0,0 0-1 0 0,1 1 1 0 0,0-1-1 0 0,1 0 1 0 0,0 1-1 0 0,3 14 1 0 0,-2-20-164 0 0,0 0 0 0 0,-1 0 1 0 0,1 0-1 0 0,1 0 0 0 0,-1-1 0 0 0,1 1 1 0 0,0-1-1 0 0,0 1 0 0 0,0-1 0 0 0,1 0 1 0 0,-1-1-1 0 0,1 1 0 0 0,0 0 0 0 0,0-1 1 0 0,0 0-1 0 0,1 0 0 0 0,-1 0 1 0 0,1-1-1 0 0,-1 1 0 0 0,1-1 0 0 0,0 0 1 0 0,0 0-1 0 0,0-1 0 0 0,0 0 0 0 0,0 0 1 0 0,0 0-1 0 0,7 0 0 0 0,1 0-157 0 0,0-1 0 0 0,-1-1 0 0 0,1 0 0 0 0,0 0 0 0 0,0-1 0 0 0,0-1 0 0 0,-1 0-1 0 0,0-1 1 0 0,1-1 0 0 0,10-5 0 0 0,25-15-313 0 0,26-11-523 0 0,-66 32 861 0 0,1 1 1 0 0,0 0-1 0 0,0 1 1 0 0,0 0 0 0 0,0 1-1 0 0,16-1 1 0 0,-22 2 150 0 0,0 0-1 0 0,0 0 1 0 0,1 1 0 0 0,-1-1 0 0 0,0 1 0 0 0,0 0-1 0 0,0 0 1 0 0,0 0 0 0 0,0 0 0 0 0,0 1-1 0 0,0-1 1 0 0,-1 1 0 0 0,1 0 0 0 0,0-1 0 0 0,-1 1-1 0 0,1 0 1 0 0,-1 1 0 0 0,0-1 0 0 0,0 0-1 0 0,0 1 1 0 0,0-1 0 0 0,0 1 0 0 0,0 0 0 0 0,-1 0-1 0 0,1-1 1 0 0,-1 1 0 0 0,0 0 0 0 0,2 5-1 0 0,1 8 323 0 0,0 0 0 0 0,-1 0 0 0 0,-1 0 0 0 0,1 23-1 0 0,-1-17-126 0 0,-2-15-194 0 0,0-4-24 0 0,0 0 1 0 0,0 0-1 0 0,1 0 0 0 0,-1 0 0 0 0,1 0 0 0 0,-1 0 0 0 0,1-1 0 0 0,0 1 0 0 0,0 0 0 0 0,2 3 0 0 0,-3-6-10 0 0,0 0 1 0 0,1 0-1 0 0,-1 0 0 0 0,1 0 0 0 0,-1 0 1 0 0,0 0-1 0 0,1 0 0 0 0,-1 0 0 0 0,1 0 1 0 0,-1 0-1 0 0,0 0 0 0 0,1 0 0 0 0,-1 0 0 0 0,1 0 1 0 0,-1 0-1 0 0,0 0 0 0 0,1 0 0 0 0,-1 0 1 0 0,0 0-1 0 0,1 0 0 0 0,-1-1 0 0 0,0 1 1 0 0,1 0-1 0 0,-1 0 0 0 0,0-1 0 0 0,1 1 1 0 0,-1 0-1 0 0,0 0 0 0 0,1-1 0 0 0,-1 1 0 0 0,0 0 1 0 0,0-1-1 0 0,0 1 0 0 0,1 0 0 0 0,-1-1 1 0 0,11-12-197 0 0,-11 12 199 0 0,13-20-275 0 0,-2 0-1 0 0,13-30 1 0 0,5-10-63 0 0,-9 22 398 0 0,8-16 1148 0 0,41-56-1 0 0,-68 109-1077 0 0,17-20 467 0 0,-18 21-569 0 0,1 1 0 0 0,-1-1 0 0 0,1 1 1 0 0,-1-1-1 0 0,1 0 0 0 0,-1 1 0 0 0,1 0 0 0 0,-1-1 0 0 0,1 1 0 0 0,-1-1 1 0 0,1 1-1 0 0,-1 0 0 0 0,1-1 0 0 0,0 1 0 0 0,-1 0 0 0 0,1 0 0 0 0,0-1 1 0 0,-1 1-1 0 0,1 0 0 0 0,0 0 0 0 0,-1 0 0 0 0,1 0 0 0 0,0 0 0 0 0,0 0 1 0 0,-1 0-1 0 0,1 0 0 0 0,0 0 0 0 0,-1 0 0 0 0,1 1 0 0 0,0-1 0 0 0,0 0 1 0 0,0 2-22 0 0,1 0 1 0 0,-1 0-1 0 0,0 1 1 0 0,-1-1 0 0 0,1 0-1 0 0,0 0 1 0 0,-1 0-1 0 0,1 1 1 0 0,-1-1 0 0 0,0 0-1 0 0,1 1 1 0 0,-1-1-1 0 0,0 0 1 0 0,-1 0 0 0 0,1 5-1 0 0,-1 0-1 0 0,1 29-871 0 0,9 61 0 0 0,-6-80-290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2.8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12751 0 0,'8'-6'231'0'0,"0"0"0"0"0,1 0-1 0 0,0 1 1 0 0,1 0 0 0 0,-1 0 0 0 0,12-2-1 0 0,62-16 2498 0 0,-43 13-740 0 0,8-3-408 0 0,148-45 133 0 0,-186 54-1914 0 0,-1 1 0 0 0,0-2 0 0 0,0 1 1 0 0,0-1-1 0 0,8-7 0 0 0,-2-2-914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3.0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13359 0 0,'3'2'227'0'0,"0"1"-1"0"0,0 0 0 0 0,0 1 0 0 0,-1-1 1 0 0,1 0-1 0 0,-1 1 0 0 0,0-1 0 0 0,0 1 1 0 0,0 0-1 0 0,2 6 0 0 0,11 44 1606 0 0,-11-36-1514 0 0,10 44 387 0 0,-3 0-1 0 0,5 106 1 0 0,-15 128-394 0 0,-2-93 73 0 0,1-182-304 0 0,1 0 0 0 0,0 0 0 0 0,2 0 0 0 0,1-1 0 0 0,1 1 0 0 0,7 21 0 0 0,-9-35-30 0 0,-1 0 0 0 0,1 0 0 0 0,1-1 0 0 0,-1 0 0 0 0,1 1 1 0 0,1-1-1 0 0,-1-1 0 0 0,1 1 0 0 0,0-1 0 0 0,0 1 0 0 0,0-2 0 0 0,1 1 0 0 0,-1 0 0 0 0,1-1 0 0 0,1 0 0 0 0,-1-1 0 0 0,0 1 0 0 0,1-1 0 0 0,0 0 0 0 0,0-1 0 0 0,7 2 0 0 0,-1-1-63 0 0,0-1 0 0 0,0 0-1 0 0,1-1 1 0 0,-1-1 0 0 0,1 0-1 0 0,-1-1 1 0 0,1 0 0 0 0,-1-1-1 0 0,0 0 1 0 0,0-1 0 0 0,0-1-1 0 0,0 0 1 0 0,-1-1 0 0 0,14-7-1 0 0,-3 0-727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3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187 555 18887 0 0,'9'-29'2152'0'0,"23"-52"0"0"0,2-5-1969 0 0,-25 53-400 0 0,-1 0 0 0 0,-3 0 1 0 0,0-1-1 0 0,-2 1 0 0 0,-1-1 0 0 0,-2 0 1 0 0,-2 1-1 0 0,-5-35 0 0 0,2 47-954 0 0,5 21 1145 0 0,0 0 0 0 0,0 0 0 0 0,0-1 1 0 0,-1 1-1 0 0,1 0 0 0 0,0 0 0 0 0,0 0 0 0 0,0 0 0 0 0,0 0 0 0 0,0 0 0 0 0,0-1 0 0 0,-1 1 0 0 0,1 0 0 0 0,0 0 0 0 0,0 0 0 0 0,0 0 0 0 0,0 0 0 0 0,0 0 0 0 0,-1 0 0 0 0,1 0 0 0 0,0 0 0 0 0,0 0 0 0 0,0 0 0 0 0,0 0 0 0 0,-1 0 0 0 0,1 0 0 0 0,0 0 0 0 0,0 0 0 0 0,0 0 0 0 0,-1 0 0 0 0,1 0 0 0 0,0 0 0 0 0,0 0 0 0 0,0 0 0 0 0,-9 9-251 0 0,-15 33 139 0 0,1 0 0 0 0,2 2 0 0 0,2 0 0 0 0,-20 75 1 0 0,30-86 64 0 0,-8 46 1 0 0,15-64 89 0 0,1-1 1 0 0,0 0-1 0 0,1 1 1 0 0,0-1-1 0 0,5 28 1 0 0,-4-40 14 0 0,-1 0 1 0 0,0-1 0 0 0,1 1 0 0 0,-1 0 0 0 0,1-1 0 0 0,-1 1 0 0 0,1 0 0 0 0,0-1-1 0 0,0 1 1 0 0,0-1 0 0 0,0 0 0 0 0,0 1 0 0 0,0-1 0 0 0,0 0 0 0 0,0 1 0 0 0,0-1-1 0 0,1 0 1 0 0,-1 0 0 0 0,0 0 0 0 0,1 0 0 0 0,-1 0 0 0 0,1 0 0 0 0,-1 0 0 0 0,3 0-1 0 0,-1-1 22 0 0,-1 1-1 0 0,0-1 0 0 0,0 0 0 0 0,1 0 1 0 0,-1 0-1 0 0,0-1 0 0 0,1 1 0 0 0,-1-1 1 0 0,0 1-1 0 0,0-1 0 0 0,0 0 0 0 0,0 1 0 0 0,0-1 1 0 0,0 0-1 0 0,0-1 0 0 0,0 1 0 0 0,0 0 1 0 0,2-2-1 0 0,7-7-46 0 0,0-1-1 0 0,-1 0 1 0 0,0 0 0 0 0,-1-1-1 0 0,-1 0 1 0 0,0 0 0 0 0,11-23-1 0 0,0 1-78 0 0,-19 34 80 0 0,0 0-1 0 0,0 0 1 0 0,0 0-1 0 0,0 0 1 0 0,1 0-1 0 0,-1-1 1 0 0,0 1-1 0 0,0 0 1 0 0,0 0-1 0 0,0 0 1 0 0,0 0-1 0 0,0 0 1 0 0,0 0-1 0 0,0 0 1 0 0,0 0-1 0 0,0-1 1 0 0,0 1-1 0 0,0 0 1 0 0,0 0-1 0 0,0 0 0 0 0,0 0 1 0 0,1 0-1 0 0,-1 0 1 0 0,0 0-1 0 0,0 0 1 0 0,0 0-1 0 0,0 0 1 0 0,0 0-1 0 0,0 0 1 0 0,0 0-1 0 0,0 0 1 0 0,1 0-1 0 0,-1 0 1 0 0,0 0-1 0 0,0 0 1 0 0,0 0-1 0 0,0 0 1 0 0,0 0-1 0 0,0 0 1 0 0,0 0-1 0 0,0 0 1 0 0,1 0-1 0 0,-1 0 1 0 0,0 0-1 0 0,0 0 1 0 0,0 0-1 0 0,0 0 1 0 0,0 0-1 0 0,0 0 1 0 0,0 0-1 0 0,0 0 1 0 0,1 0-1 0 0,-1 0 1 0 0,2 10 215 0 0,1 22-114 0 0,-2-18-118 0 0,50 251 44 0 0,-32-186 336 0 0,16 154-1 0 0,-33-211-128 0 0,-2-1 0 0 0,-3 32 0 0 0,2-47-167 0 0,0 1 1 0 0,0-1 0 0 0,-1 1 0 0 0,0-1 0 0 0,0 1-1 0 0,-1-1 1 0 0,1 0 0 0 0,-1 0 0 0 0,-1 0-1 0 0,1 0 1 0 0,-1-1 0 0 0,-4 6 0 0 0,5-9-57 0 0,1 0 1 0 0,-1 0-1 0 0,1 0 1 0 0,-1-1-1 0 0,0 1 1 0 0,0-1-1 0 0,0 1 1 0 0,0-1-1 0 0,0 0 1 0 0,0 0 0 0 0,0-1-1 0 0,0 1 1 0 0,0-1-1 0 0,0 1 1 0 0,-1-1-1 0 0,1 0 1 0 0,0 0-1 0 0,0 0 1 0 0,0-1-1 0 0,0 1 1 0 0,0-1-1 0 0,-6-1 1 0 0,-1-1-4 0 0,1-1 0 0 0,-1 1 0 0 0,1-1 0 0 0,0-1 0 0 0,0 0 0 0 0,-8-6 0 0 0,-3-4-124 0 0,2 0-1 0 0,0-1 1 0 0,1-1-1 0 0,-25-32 1 0 0,20 20-626 0 0,2-2-1 0 0,-24-46 1 0 0,24 35-721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4.4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1 435 9007 0 0,'65'-32'1497'0'0,"3"4"1"0"0,73-20-1 0 0,-59 21 1581 0 0,-13 3-1105 0 0,238-93 1984 0 0,-294 111-3952 0 0,0-1 1 0 0,-1 0-1 0 0,0-1 0 0 0,16-13 1 0 0,-25 19-80 0 0,-1 0 1 0 0,1-1 0 0 0,0 1-1 0 0,-1-1 1 0 0,0 0 0 0 0,0 0-1 0 0,0 0 1 0 0,0 0 0 0 0,0 0 0 0 0,0 0-1 0 0,-1 0 1 0 0,1-1 0 0 0,-1 1-1 0 0,0-1 1 0 0,0 1 0 0 0,-1-1-1 0 0,1 1 1 0 0,-1-1 0 0 0,1 1-1 0 0,-1-1 1 0 0,0 0 0 0 0,-1-5-1 0 0,1 7 41 0 0,-1 1 0 0 0,1-1 1 0 0,0 1-1 0 0,-1-1 0 0 0,1 1 0 0 0,-1-1 0 0 0,1 1 0 0 0,-1 0 0 0 0,0-1 0 0 0,0 1 1 0 0,0 0-1 0 0,0-1 0 0 0,0 1 0 0 0,0 0 0 0 0,0 0 0 0 0,0 0 0 0 0,0 0 0 0 0,0 0 1 0 0,-1 0-1 0 0,1 0 0 0 0,-2-1 0 0 0,1 2 8 0 0,0-1 0 0 0,0 1 0 0 0,-1-1 0 0 0,1 1 0 0 0,0 0 0 0 0,0-1 0 0 0,-1 1 0 0 0,1 1 0 0 0,0-1 0 0 0,-1 0 0 0 0,1 0 0 0 0,0 1 0 0 0,-3 0 0 0 0,-3 2-9 0 0,0 0-1 0 0,0 1 0 0 0,0 0 0 0 0,0 0 1 0 0,0 1-1 0 0,-9 7 0 0 0,0 2 142 0 0,1 0-1 0 0,1 1 0 0 0,0 1 1 0 0,1 1-1 0 0,1 0 0 0 0,0 0 1 0 0,1 1-1 0 0,1 1 0 0 0,1 0 1 0 0,1 1-1 0 0,-8 22 0 0 0,15-34 5 0 0,0 1 0 0 0,0-1 1 0 0,1 1-1 0 0,0-1 0 0 0,0 1 0 0 0,1 0 0 0 0,0-1 0 0 0,1 1 0 0 0,3 16 0 0 0,-3-20-72 0 0,1 1 1 0 0,-1-1-1 0 0,1-1 0 0 0,0 1 0 0 0,1 0 0 0 0,-1 0 0 0 0,1-1 1 0 0,0 1-1 0 0,0-1 0 0 0,0 0 0 0 0,1 0 0 0 0,-1 0 0 0 0,1-1 0 0 0,0 1 1 0 0,0-1-1 0 0,0 0 0 0 0,7 4 0 0 0,-3-3-23 0 0,0 0-1 0 0,-1-1 1 0 0,1 0-1 0 0,0 0 1 0 0,0-1-1 0 0,1 0 1 0 0,-1 0-1 0 0,0-1 1 0 0,1 0-1 0 0,-1-1 1 0 0,17-1-1 0 0,-14 0-14 0 0,0-1 1 0 0,0-1-1 0 0,-1 0 1 0 0,0 0-1 0 0,1-1 0 0 0,-1 0 1 0 0,0-1-1 0 0,12-8 1 0 0,-3-1-445 0 0,0 0 1 0 0,-1-1 0 0 0,0-1-1 0 0,-2-1 1 0 0,0 0 0 0 0,0-1 0 0 0,23-39-1 0 0,-10 7-1616 0 0,-22 35 1693 0 0,1 1 1 0 0,0 0-1 0 0,1 0 0 0 0,1 1 1 0 0,16-17-1 0 0,-26 29 459 0 0,1 0 0 0 0,0 1 1 0 0,-1-1-1 0 0,1 0 0 0 0,0 1 1 0 0,0-1-1 0 0,-1 1 0 0 0,1-1 0 0 0,0 1 1 0 0,0-1-1 0 0,0 1 0 0 0,0 0 1 0 0,0-1-1 0 0,0 1 0 0 0,0 0 0 0 0,0 0 1 0 0,0 0-1 0 0,0 0 0 0 0,0 0 1 0 0,0 0-1 0 0,0 0 0 0 0,-1 0 0 0 0,1 0 1 0 0,2 0-1 0 0,-2 1 19 0 0,1 0 0 0 0,-1 0 0 0 0,0 0-1 0 0,1 0 1 0 0,-1 0 0 0 0,0 0 0 0 0,0 0 0 0 0,0 0 0 0 0,0 0 0 0 0,0 0-1 0 0,0 1 1 0 0,0-1 0 0 0,1 3 0 0 0,3 5 274 0 0,-1 0-1 0 0,0 1 1 0 0,4 16 0 0 0,-7-21-287 0 0,5 22 285 0 0,4 39 1 0 0,-8-46-370 0 0,1 1 0 0 0,1-1 1 0 0,1 0-1 0 0,7 20 0 0 0,-12-39-16 0 0,1 0 0 0 0,-1 0 1 0 0,0 0-1 0 0,1 0 0 0 0,-1-1 0 0 0,1 1 0 0 0,-1 0 0 0 0,1 0 1 0 0,-1-1-1 0 0,1 1 0 0 0,-1 0 0 0 0,1 0 0 0 0,0-1 0 0 0,-1 1 0 0 0,1-1 1 0 0,0 1-1 0 0,0-1 0 0 0,-1 1 0 0 0,1-1 0 0 0,0 1 0 0 0,0-1 1 0 0,0 1-1 0 0,1-1 0 0 0,-1 0 8 0 0,0 0 1 0 0,0 0-1 0 0,0 0 1 0 0,0-1-1 0 0,0 1 0 0 0,0 0 1 0 0,0-1-1 0 0,0 1 1 0 0,0 0-1 0 0,0-1 0 0 0,0 0 1 0 0,0 1-1 0 0,0-1 1 0 0,0 1-1 0 0,0-1 1 0 0,1-1-1 0 0,3-4 41 0 0,0 0-1 0 0,0-1 1 0 0,-1 1 0 0 0,5-8-1 0 0,9-22-131 0 0,19-51-1 0 0,-19 42-116 0 0,-8 19 235 0 0,-7 15 58 0 0,1 0-1 0 0,1 1 1 0 0,0-1-1 0 0,0 1 1 0 0,1 0 0 0 0,0 0-1 0 0,1 0 1 0 0,10-11-1 0 0,-16 21-77 0 0,0-1-1 0 0,-1 0 1 0 0,1 1-1 0 0,0-1 1 0 0,-1 0 0 0 0,1 1-1 0 0,0-1 1 0 0,0 1-1 0 0,-1 0 1 0 0,1-1-1 0 0,0 1 1 0 0,0 0 0 0 0,0-1-1 0 0,0 1 1 0 0,0 0-1 0 0,-1 0 1 0 0,1 0-1 0 0,0-1 1 0 0,0 1 0 0 0,0 0-1 0 0,0 0 1 0 0,0 1-1 0 0,0-1 1 0 0,0 0-1 0 0,1 0 1 0 0,-1 1-7 0 0,1 0 0 0 0,-1 0-1 0 0,0 0 1 0 0,1 0 0 0 0,-1 0 0 0 0,0 0-1 0 0,0 0 1 0 0,0 1 0 0 0,0-1 0 0 0,0 0 0 0 0,0 0-1 0 0,0 1 1 0 0,0 1 0 0 0,3 6-16 0 0,-1-1-1 0 0,0 1 1 0 0,3 17 0 0 0,-1 11-827 0 0,1 40 0 0 0,-4-53-167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4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0 483 1375 0 0,'39'-11'3845'0'0,"0"-1"-1"0"0,-1-2 1 0 0,39-21-1 0 0,0-6-1675 0 0,-58 31-1893 0 0,0-1 1 0 0,-1-1-1 0 0,-1 0 0 0 0,0-2 1 0 0,21-20-1 0 0,-32 27-345 0 0,0 0 0 0 0,0 0 0 0 0,0-1 0 0 0,-1 0 0 0 0,0 0 0 0 0,-1 0 0 0 0,0-1 0 0 0,0 0 0 0 0,0 1 0 0 0,-1-1 0 0 0,-1 0 0 0 0,0-1 0 0 0,0 1 0 0 0,1-15 0 0 0,-3 16-71 0 0,0 0 0 0 0,0 1 1 0 0,-1-1-1 0 0,0 0 1 0 0,0 0-1 0 0,-1 1 0 0 0,0-1 1 0 0,-1 1-1 0 0,1-1 1 0 0,-6-8-1 0 0,7 13 101 0 0,-1 0 1 0 0,0 0-1 0 0,0 0 1 0 0,0 1-1 0 0,0-1 0 0 0,-1 0 1 0 0,1 1-1 0 0,-1 0 0 0 0,1-1 1 0 0,-1 1-1 0 0,0 0 0 0 0,0 1 1 0 0,0-1-1 0 0,0 0 1 0 0,0 1-1 0 0,0 0 0 0 0,-1-1 1 0 0,1 1-1 0 0,0 1 0 0 0,-1-1 1 0 0,1 0-1 0 0,-1 1 0 0 0,1 0 1 0 0,-1-1-1 0 0,-3 2 1 0 0,-2 0 28 0 0,0 1 0 0 0,1 0 0 0 0,-1 0 0 0 0,1 1 0 0 0,-1 0 1 0 0,1 0-1 0 0,0 1 0 0 0,0 0 0 0 0,1 1 0 0 0,-1-1 0 0 0,1 2 1 0 0,-10 8-1 0 0,2-1 281 0 0,1 1 0 0 0,1 0 0 0 0,1 1 0 0 0,-19 27 1 0 0,23-28 10 0 0,0-1 0 0 0,1 1 0 0 0,0 1 0 0 0,1-1 0 0 0,0 1 0 0 0,2 0 1 0 0,-6 25-1 0 0,9-35-228 0 0,1 0 0 0 0,-1 0 0 0 0,1 0 1 0 0,0 0-1 0 0,0 0 0 0 0,1 0 0 0 0,-1 0 0 0 0,1 0 1 0 0,0 0-1 0 0,1 0 0 0 0,-1 0 0 0 0,1 0 0 0 0,0-1 0 0 0,0 1 1 0 0,0-1-1 0 0,1 1 0 0 0,-1-1 0 0 0,1 0 0 0 0,0 0 1 0 0,1 0-1 0 0,-1 0 0 0 0,1-1 0 0 0,-1 1 0 0 0,1-1 1 0 0,0 0-1 0 0,0 0 0 0 0,7 3 0 0 0,0 0-89 0 0,0-1-1 0 0,0-1 1 0 0,0 0-1 0 0,1 0 1 0 0,0-1-1 0 0,0-1 0 0 0,0 0 1 0 0,0 0-1 0 0,0-1 1 0 0,20-2-1 0 0,-15 0-363 0 0,0-1 0 0 0,0-1 0 0 0,1 0 0 0 0,-2-1 0 0 0,1-1 0 0 0,29-13 0 0 0,-16 3-1305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4.9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1 154 1375 0 0,'39'-43'124'0'0,"-38"42"34"0"0,1-1 0 0 0,-1 1-1 0 0,1 0 1 0 0,0 0 0 0 0,0 0-1 0 0,0 0 1 0 0,0 0 0 0 0,-1 1 0 0 0,1-1-1 0 0,0 1 1 0 0,0-1 0 0 0,0 1-1 0 0,0-1 1 0 0,3 1 0 0 0,-2 0 66 0 0,1-1 156 0 0,-1 1 0 0 0,1 0 0 0 0,-1 0 0 0 0,1 0 1 0 0,-1 0-1 0 0,1 0 0 0 0,-1 1 0 0 0,0 0 0 0 0,1 0 0 0 0,-1 0 1 0 0,1 0-1 0 0,-1 0 0 0 0,0 1 0 0 0,5 2 0 0 0,-4-1 53 0 0,1 0 0 0 0,-1 1-1 0 0,0 0 1 0 0,0 0 0 0 0,-1 0-1 0 0,1 0 1 0 0,-1 0 0 0 0,5 8-1 0 0,1 6 79 0 0,-1 0 1 0 0,0 1-1 0 0,-1-1 0 0 0,4 21 0 0 0,-11-37-526 0 0,7 21 260 0 0,-1-4 517 0 0,-1 2-1 0 0,0-1 1 0 0,-2 1 0 0 0,2 26 407 0 0,-6-69 304 0 0,3 2-1214 0 0,1 0 0 0 0,1 0-1 0 0,1 0 1 0 0,0 0 0 0 0,10-23-1 0 0,-4 17-206 0 0,1 1 0 0 0,2 0-1 0 0,19-29 1 0 0,-24 42-365 0 0,0 1 1 0 0,1-1-1 0 0,0 2 0 0 0,1 0 0 0 0,0 0 0 0 0,1 1 1 0 0,0 0-1 0 0,0 1 0 0 0,16-8 0 0 0,0 2-7223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5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338 13 9215 0 0,'-2'-2'84'0'0,"0"1"-1"0"0,0 0 0 0 0,-1-1 0 0 0,1 1 0 0 0,0 0 0 0 0,-1 0 1 0 0,1 0-1 0 0,-1 0 0 0 0,1 1 0 0 0,-1-1 0 0 0,1 1 0 0 0,-6-1 1 0 0,2 2-35 0 0,-1-1 0 0 0,1 1 1 0 0,-1 1-1 0 0,-6 2 0 0 0,-3 1 49 0 0,2 0-1 0 0,-1 1 0 0 0,0 1 0 0 0,1 0 0 0 0,1 2 0 0 0,-1-1 1 0 0,1 1-1 0 0,1 1 0 0 0,-17 16 0 0 0,16-13 264 0 0,1 0 1 0 0,1 1-1 0 0,0 0 0 0 0,1 1 1 0 0,1 0-1 0 0,0 0 1 0 0,1 1-1 0 0,-8 22 0 0 0,14-33-156 0 0,0 0-1 0 0,1 0 1 0 0,0 0 0 0 0,0 0-1 0 0,0 0 1 0 0,1 0-1 0 0,0 0 1 0 0,0 0-1 0 0,0 6 1 0 0,0-9-181 0 0,1 0 1 0 0,-1 0-1 0 0,1-1 0 0 0,-1 1 1 0 0,1 0-1 0 0,0 0 0 0 0,0-1 1 0 0,0 1-1 0 0,-1 0 0 0 0,1-1 1 0 0,1 1-1 0 0,-1-1 0 0 0,0 1 0 0 0,0-1 1 0 0,1 0-1 0 0,-1 0 0 0 0,0 1 1 0 0,1-1-1 0 0,0 0 0 0 0,-1 0 1 0 0,1 0-1 0 0,-1-1 0 0 0,1 1 1 0 0,0 0-1 0 0,0 0 0 0 0,-1-1 1 0 0,5 1-1 0 0,1 0 0 0 0,1 0-1 0 0,0 0 1 0 0,-1-1 0 0 0,1 0-1 0 0,0 0 1 0 0,0-1 0 0 0,10-2 0 0 0,53-18 1373 0 0,-2 0 177 0 0,-61 19-1443 0 0,0 1 0 0 0,0 0 1 0 0,0 0-1 0 0,0 1 0 0 0,0 0 1 0 0,14 2-1 0 0,-18-1-89 0 0,0 0 0 0 0,0 0 1 0 0,0 1-1 0 0,0 0 0 0 0,0 0 1 0 0,0 0-1 0 0,0 0 0 0 0,0 0 1 0 0,-1 1-1 0 0,1 0 0 0 0,-1-1 1 0 0,1 1-1 0 0,-1 1 0 0 0,3 3 1 0 0,4 7-84 0 0,0 0 0 0 0,11 21 0 0 0,-11-18-199 0 0,17 37-2553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5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0 208 13559 0 0,'1'-3'83'0'0,"-1"0"0"0"0,1 1 0 0 0,0-1 0 0 0,0 0 0 0 0,0 0-1 0 0,1 1 1 0 0,-1-1 0 0 0,0 1 0 0 0,1-1 0 0 0,0 1 0 0 0,0-1 0 0 0,0 1-1 0 0,0 0 1 0 0,0 0 0 0 0,0 0 0 0 0,0 0 0 0 0,1 0 0 0 0,-1 1 0 0 0,1-1-1 0 0,4-1 1 0 0,21-12 2959 0 0,44-15 0 0 0,-36 18-2462 0 0,0 2 1 0 0,54-8-1 0 0,63-2-560 0 0,88-15-2073 0 0,-212 27 55 0 0,-4-2-4976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5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10135 0 0,'-1'127'7323'0'0,"0"-1"-3640"0"0,6 454-2305 0 0,-2-534-2136 0 0,17 88-1 0 0,-11-100-6764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5.8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11519 0 0,'7'-5'414'0'0,"-5"3"-306"0"0,0 1 0 0 0,0-1 0 0 0,0 1 0 0 0,0 0 0 0 0,0 0 0 0 0,0 0 0 0 0,4-2 0 0 0,-4 3 87 0 0,-1 0 0 0 0,0 0 0 0 0,0 0 0 0 0,0 0-1 0 0,0 0 1 0 0,1 1 0 0 0,-1-1 0 0 0,0 0 0 0 0,0 0 0 0 0,0 1 0 0 0,0-1 0 0 0,0 1 0 0 0,0-1 0 0 0,0 1-1 0 0,0-1 1 0 0,0 1 0 0 0,0 0 0 0 0,0-1 0 0 0,0 1 0 0 0,1 1 0 0 0,2 2 152 0 0,0 0 1 0 0,-1 0-1 0 0,1 0 0 0 0,-1 1 1 0 0,1-1-1 0 0,-1 1 0 0 0,-1 0 1 0 0,1 0-1 0 0,-1 0 0 0 0,0 1 1 0 0,0-1-1 0 0,0 0 1 0 0,1 10-1 0 0,0 6-68 0 0,-1-1 0 0 0,-1 32 0 0 0,-2-31-253 0 0,5 36 0 0 0,-2-45-393 0 0,0-3-149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6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15199 0 0,'5'-4'1488'0'0,"-4"2"-1328"0"0,1 2-160 0 0,0 2 0 0 0,-1 0 0 0 0,1 1 816 0 0,0 2 128 0 0,3 3 24 0 0,1 5 8 0 0,-2 3-1328 0 0,1 3-272 0 0,0 0-48 0 0,-2 2-16 0 0,0 4 560 0 0,2-3 128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4:26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1 226 1375 0 0,'16'41'1775'0'0,"20"47"16714"0"0,-18-52-18853 0 0,-13-25 642 0 0,1-1 0 0 0,1 0-1 0 0,0 0 1 0 0,0-1 0 0 0,12 12-1 0 0,-16-18-326 0 0,-1-1-1 0 0,0 0 0 0 0,1-1 0 0 0,0 1 0 0 0,-1 0 0 0 0,1-1 1 0 0,0 0-1 0 0,0 1 0 0 0,0-1 0 0 0,0 0 0 0 0,3 0 0 0 0,-3 0-50 0 0,-1-1 0 0 0,0 0 0 0 0,0 0-1 0 0,1 0 1 0 0,-1-1 0 0 0,0 1 0 0 0,1-1-1 0 0,-1 1 1 0 0,0-1 0 0 0,0 1 0 0 0,0-1 0 0 0,0 0-1 0 0,0 0 1 0 0,0 0 0 0 0,0-1 0 0 0,0 1-1 0 0,2-2 1 0 0,0 0-144 0 0,0 0 0 0 0,-1 0 0 0 0,0-1 0 0 0,1 1 0 0 0,-1-1 0 0 0,0 0 0 0 0,-1 0-1 0 0,1 0 1 0 0,-1 0 0 0 0,0-1 0 0 0,0 1 0 0 0,2-8 0 0 0,-2 4 245 0 0,0 0-1 0 0,-1 0 1 0 0,0 0 0 0 0,0 0-1 0 0,-1 0 1 0 0,-1-15 0 0 0,-3-3 370 0 0,-1 0 0 0 0,-2 0 0 0 0,-14-37 0 0 0,11 35-189 0 0,-15-30-1 0 0,19 47-114 0 0,-1-1 1 0 0,0 2 0 0 0,0-1-1 0 0,-1 1 1 0 0,-11-11-1 0 0,19 20 2 0 0,-1 1 0 0 0,1 0 0 0 0,-1-1-1 0 0,1 1 1 0 0,-1-1 0 0 0,1 1 0 0 0,0-1 0 0 0,-1 1 0 0 0,1-1-1 0 0,0 1 1 0 0,-1-1 0 0 0,1 1 0 0 0,0-1 0 0 0,0 1 0 0 0,-1-1-1 0 0,1 0 1 0 0,0 1 0 0 0,0-1 0 0 0,0 1 0 0 0,0-1-1 0 0,0 0 1 0 0,0 1 0 0 0,0-1 0 0 0,0 1 0 0 0,0-1 0 0 0,0 0-1 0 0,0 1 1 0 0,0-1 0 0 0,1 0 0 0 0,0 0-7 0 0,0 0 1 0 0,-1 0-1 0 0,1 0 1 0 0,0 0-1 0 0,0 0 1 0 0,0 0-1 0 0,0 0 0 0 0,1 1 1 0 0,-1-1-1 0 0,0 0 1 0 0,0 1-1 0 0,0-1 1 0 0,2 0-1 0 0,4-1 16 0 0,0 0 0 0 0,1 0 0 0 0,14-1 0 0 0,-5 3-85 0 0,0 0 1 0 0,0 1-1 0 0,0 0 0 0 0,-1 1 1 0 0,1 1-1 0 0,31 10 1 0 0,-25-5-144 0 0,-1 2 0 0 0,-1 0 1 0 0,0 1-1 0 0,28 18 0 0 0,-45-26 107 0 0,-1 0 0 0 0,0-1 0 0 0,1 1 0 0 0,-1 0 0 0 0,0 0 0 0 0,0 1 0 0 0,0-1 0 0 0,-1 1 0 0 0,1-1 0 0 0,-1 1 1 0 0,0 0-1 0 0,0 0 0 0 0,0 0 0 0 0,-1 0 0 0 0,1 0 0 0 0,0 6 0 0 0,0 2-13 0 0,-1 1 1 0 0,0-1-1 0 0,-1 1 1 0 0,-2 16-1 0 0,2-23 88 0 0,-1-4-32 0 0,1-1 0 0 0,0 0 0 0 0,0 1 0 0 0,0-1 0 0 0,0 1 0 0 0,0-1 0 0 0,0 1 0 0 0,1-1 0 0 0,-1 0 0 0 0,0 1 0 0 0,1-1 0 0 0,-1 1 0 0 0,2 1 0 0 0,-2-2 0 0 0,1-1 0 0 0,-1 0 0 0 0,0 0 0 0 0,0 0 0 0 0,0 0 0 0 0,1 1 0 0 0,-1-1 0 0 0,0 0 0 0 0,1 0 0 0 0,-1 0 0 0 0,0 0 0 0 0,0 0 0 0 0,1 0 0 0 0,-1 0 0 0 0,0 0 0 0 0,0 0 0 0 0,1 0 0 0 0,-1 0 0 0 0,0 0 0 0 0,1 0 0 0 0,-1 0 0 0 0,0 0 0 0 0,0 0 0 0 0,1 0 0 0 0,11-8 0 0 0,1-5 7 0 0,0-1 0 0 0,-1 0 0 0 0,-1-1 0 0 0,11-18 0 0 0,4-5-138 0 0,-19 28 38 0 0,40-50 459 0 0,-40 52-141 0 0,0 1-1 0 0,1 0 1 0 0,-1 1 0 0 0,1-1 0 0 0,14-7-1 0 0,-21 13-175 0 0,1 0 0 0 0,0 0 0 0 0,0 0 0 0 0,0 0 0 0 0,0 1 0 0 0,1-1 0 0 0,-1 0 0 0 0,0 1-1 0 0,0 0 1 0 0,0-1 0 0 0,0 1 0 0 0,1 0 0 0 0,-1 0 0 0 0,0 0 0 0 0,0 1 0 0 0,0-1-1 0 0,0 0 1 0 0,3 1 0 0 0,-2 1 2 0 0,0-1-1 0 0,-1 1 1 0 0,1-1 0 0 0,0 1-1 0 0,-1 0 1 0 0,1 0-1 0 0,-1 0 1 0 0,0 0 0 0 0,0 0-1 0 0,0 0 1 0 0,3 4-1 0 0,3 6 83 0 0,-2 0-1 0 0,1 0 0 0 0,-1 1 0 0 0,6 19 1 0 0,-10-27-96 0 0,9 25-35 0 0,2 0 0 0 0,29 49-1 0 0,-23-52-182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39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398 1 13823 0 0,'-10'8'222'0'0,"1"0"-1"0"0,-1 0 0 0 0,1 1 1 0 0,1 1-1 0 0,0-1 0 0 0,0 1 1 0 0,-8 14-1 0 0,-51 87 597 0 0,-54 105 75 0 0,96-161-776 0 0,3 1 1 0 0,3 0-1 0 0,2 2 1 0 0,3 0-1 0 0,2 1 1 0 0,2 0 0 0 0,3 0-1 0 0,3 1 1 0 0,3 0-1 0 0,11 110 1 0 0,-5-127-1231 0 0,3-1 1 0 0,24 79 0 0 0,-12-72-4486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39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502 1 17967 0 0,'-8'3'528'0'0,"1"1"0"0"0,0 1 0 0 0,0-1 0 0 0,0 1 0 0 0,1 1 0 0 0,-1-1 0 0 0,-6 9 0 0 0,-2 0-379 0 0,-237 256 86 0 0,204-215-619 0 0,25-30-304 0 0,2 2-1 0 0,1 0 1 0 0,1 2-1 0 0,-20 39 1 0 0,38-67 700 0 0,1 0 0 0 0,0-1 1 0 0,-1 1-1 0 0,1 0 0 0 0,0-1 1 0 0,0 1-1 0 0,0 0 0 0 0,-1-1 0 0 0,1 1 1 0 0,0 0-1 0 0,0-1 0 0 0,0 1 1 0 0,0 0-1 0 0,0-1 0 0 0,0 1 1 0 0,0 0-1 0 0,1-1 0 0 0,-1 1 1 0 0,0 0-1 0 0,0-1 0 0 0,1 1 1 0 0,-1 0-1 0 0,0-1 0 0 0,0 1 1 0 0,1 0-1 0 0,-1-1 0 0 0,1 1 1 0 0,0 0-1 0 0,0 0 39 0 0,1 0 1 0 0,-1 0-1 0 0,1 0 1 0 0,0 0-1 0 0,0 0 0 0 0,-1 0 1 0 0,1 0-1 0 0,0 0 1 0 0,0-1-1 0 0,2 1 0 0 0,7 1 247 0 0,1 0 1 0 0,19-1-1 0 0,-29-1-281 0 0,41 0 556 0 0,-1-3-1 0 0,80-15 0 0 0,83-33 114 0 0,-103 24-614 0 0,16-2-151 0 0,257-72-3505 0 0,-351 93 1379 0 0,-5-1-4170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39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0 16127 0 0,'-8'1'407'0'0,"4"-1"-221"0"0,0 0 0 0 0,1 0 0 0 0,-1 1 0 0 0,0-1 0 0 0,-6 3 0 0 0,9-3-148 0 0,0 1-1 0 0,0 0 0 0 0,-1-1 0 0 0,1 1 1 0 0,0 0-1 0 0,0 0 0 0 0,0 0 0 0 0,0-1 1 0 0,0 1-1 0 0,1 0 0 0 0,-1 0 0 0 0,0 1 1 0 0,0-1-1 0 0,1 0 0 0 0,-1 0 0 0 0,0 0 1 0 0,1 0-1 0 0,-1 1 0 0 0,1-1 0 0 0,0 0 1 0 0,-1 2-1 0 0,-7 38 525 0 0,2 0 0 0 0,1 0 0 0 0,3 1 0 0 0,1-1 0 0 0,5 44 0 0 0,39 206-464 0 0,6-55-606 0 0,-9-81-3099 0 0,-30-119-2931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0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0 617 919 0 0,'3'-24'263'0'0,"19"-125"-579"0"0,-15 120 2275 0 0,16-44 1 0 0,-18 60-1551 0 0,55-131 2866 0 0,-50 123-2648 0 0,1 0 0 0 0,1 1 0 0 0,1 1-1 0 0,26-31 1 0 0,-35 45-456 0 0,0 1-1 0 0,1-1 1 0 0,0 1-1 0 0,-1 0 0 0 0,2 0 1 0 0,-1 0-1 0 0,0 1 1 0 0,1 0-1 0 0,0 0 1 0 0,0 0-1 0 0,-1 1 1 0 0,2 0-1 0 0,-1 0 0 0 0,0 0 1 0 0,0 1-1 0 0,0 0 1 0 0,1 0-1 0 0,-1 1 1 0 0,1-1-1 0 0,-1 1 0 0 0,0 1 1 0 0,1-1-1 0 0,-1 1 1 0 0,1 1-1 0 0,-1-1 1 0 0,0 1-1 0 0,0 0 0 0 0,11 5 1 0 0,5 3 354 0 0,-1 2 0 0 0,1 1 1 0 0,21 17-1 0 0,54 51 713 0 0,-66-51-1027 0 0,-2 2 1 0 0,-1 0-1 0 0,-1 2 1 0 0,-2 1-1 0 0,-2 1 1 0 0,-1 0-1 0 0,-1 2 1 0 0,-3 1 0 0 0,-1 0-1 0 0,-1 1 1 0 0,15 69-1 0 0,-24-75-121 0 0,-2 1-1 0 0,-1-1 1 0 0,-2 1 0 0 0,-3 59-1 0 0,-4-34 35 0 0,-26 112-1 0 0,17-119-51 0 0,-3-1 0 0 0,-37 82 1 0 0,-65 88 54 0 0,75-143-387 0 0,-21 35-373 0 0,17-43-2898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0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 0 20271 0 0,'-1'2'64'0'0,"-60"62"1788"0"0,53-55-1802 0 0,1 0 0 0 0,1 1 0 0 0,0 0 0 0 0,0 0 0 0 0,-7 20 0 0 0,-7 23 3 0 0,-114 354 221 0 0,119-349-361 0 0,3 1 0 0 0,2 0 1 0 0,3 0-1 0 0,3 1 0 0 0,3 69 1 0 0,3-97-125 0 0,1-1 0 0 0,9 36 0 0 0,-9-56 31 0 0,-1-1-1 0 0,2 0 1 0 0,-1 0 0 0 0,1-1 0 0 0,1 1-1 0 0,0-1 1 0 0,0 0 0 0 0,1 0-1 0 0,0 0 1 0 0,11 11 0 0 0,-7-11-7 0 0,0 0-1 0 0,0-1 1 0 0,1-1 0 0 0,0 0 0 0 0,0 0-1 0 0,1-1 1 0 0,0-1 0 0 0,0 0 0 0 0,0 0 0 0 0,1-1-1 0 0,-1-1 1 0 0,1 0 0 0 0,0-1 0 0 0,16 1-1 0 0,-13-2 119 0 0,1-1 0 0 0,-1 0 0 0 0,1-2 0 0 0,-1 0 0 0 0,1-1-1 0 0,-1 0 1 0 0,0-1 0 0 0,0-1 0 0 0,0-1 0 0 0,26-13 0 0 0,-11 1 344 0 0,0-2 0 0 0,-1-1 1 0 0,-2-1-1 0 0,0-1 1 0 0,39-42-1 0 0,-39 33 112 0 0,0-2 0 0 0,-3-1 0 0 0,0 0-1 0 0,26-54 1 0 0,-40 66-238 0 0,-1-1 0 0 0,-1 0 0 0 0,-1-1 0 0 0,-1 0 0 0 0,-1 0 0 0 0,-1 0 0 0 0,-1-1 0 0 0,-2 1 1 0 0,0-1-1 0 0,-2 0 0 0 0,-1 0 0 0 0,-1 0 0 0 0,-1 1 0 0 0,-1-1 0 0 0,-1 1 0 0 0,-2 0 0 0 0,-9-26 0 0 0,-3 3 48 0 0,-42-80 0 0 0,44 99-126 0 0,-1 1 0 0 0,-1 1-1 0 0,-41-45 1 0 0,51 62-82 0 0,-1 1 0 0 0,0 1-1 0 0,0-1 1 0 0,-1 2 0 0 0,0-1 0 0 0,-1 2-1 0 0,0-1 1 0 0,-12-4 0 0 0,8 6-28 0 0,1 1 1 0 0,0 0-1 0 0,-1 1 1 0 0,0 0-1 0 0,0 1 1 0 0,-20 1-1 0 0,13 1-435 0 0,0 1-1 0 0,0 0 0 0 0,-29 8 0 0 0,38-6-2424 0 0,-22 9 0 0 0,6 2-3561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0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0 21191 0 0,'-24'569'2840'0'0,"23"-540"-2803"0"0,-27 563-35 0 0,28-590-22 0 0,-13 125-451 0 0,10-104-96 0 0,-2 0-1 0 0,-1-1 1 0 0,-12 32 0 0 0,17-51 194 0 0,0 1-1 0 0,-1-1 1 0 0,1 0 0 0 0,-1 0-1 0 0,0-1 1 0 0,0 1 0 0 0,0 0-1 0 0,0-1 1 0 0,0 1 0 0 0,-4 2-1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1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0 972 2759 0 0,'2'-42'3'0'0,"5"-106"189"0"0,-5 130-163 0 0,1 1 0 0 0,9-32 0 0 0,-3 19-23 0 0,73-236 1906 0 0,-64 220-1324 0 0,2 0 0 0 0,1 2 0 0 0,49-75 0 0 0,-60 107-215 0 0,-1-1-1 0 0,1 2 0 0 0,1-1 1 0 0,0 1-1 0 0,0 1 0 0 0,2 0 1 0 0,-1 1-1 0 0,1 0 0 0 0,17-9 1 0 0,-18 12 115 0 0,0 1 0 0 0,0 1 1 0 0,0 0-1 0 0,0 1 0 0 0,1 0 0 0 0,-1 0 1 0 0,1 1-1 0 0,0 1 0 0 0,0 1 0 0 0,-1-1 1 0 0,21 4-1 0 0,-21-2 34 0 0,0 1-1 0 0,0 0 1 0 0,-1 1 0 0 0,1 0-1 0 0,15 7 1 0 0,-22-8-393 0 0,-1 1-1 0 0,1-1 1 0 0,-1 1 0 0 0,0 0 0 0 0,0 0 0 0 0,0 0-1 0 0,-1 1 1 0 0,1-1 0 0 0,-1 1 0 0 0,1 0 0 0 0,-1 0-1 0 0,-1 0 1 0 0,1 0 0 0 0,0 1 0 0 0,2 7-1 0 0,-1-3-72 0 0,-1 0 0 0 0,-1 0 0 0 0,0 0 0 0 0,0 1-1 0 0,-1-1 1 0 0,0 1 0 0 0,0-1 0 0 0,-1 1-1 0 0,0-1 1 0 0,-4 19 0 0 0,1-15 21 0 0,0 0-1 0 0,-1 0 1 0 0,-1 0 0 0 0,0-1-1 0 0,0 0 1 0 0,-2 0 0 0 0,-8 14-1 0 0,3-10-384 0 0,0 0 0 0 0,-1 0-1 0 0,-1-1 1 0 0,0-1-1 0 0,-1 0 1 0 0,0-1 0 0 0,-1-1-1 0 0,-1 0 1 0 0,0-2 0 0 0,-26 14-1 0 0,4-9-6931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1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0 344 15199 0 0,'342'-89'5807'0'0,"-259"69"-5367"0"0,-2 1 4 0 0,162-41 500 0 0,-174 39-1150 0 0,97-43 0 0 0,-141 53-989 0 0,34-23-1 0 0,-24 9-6068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1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21 7743 0 0,'-5'-4'150'0'0,"2"1"-108"0"0,0 1-1 0 0,1 0 1 0 0,-1 0 0 0 0,0 1-1 0 0,0-1 1 0 0,0 0 0 0 0,-4 0-1 0 0,5 1 50 0 0,1 1-1 0 0,-1 0 0 0 0,0 0 1 0 0,1 0-1 0 0,-1 0 0 0 0,0 0 0 0 0,1 1 1 0 0,-1-1-1 0 0,0 0 0 0 0,1 1 1 0 0,-1-1-1 0 0,1 1 0 0 0,-1-1 1 0 0,1 1-1 0 0,-1 0 0 0 0,1 0 0 0 0,-1 0 1 0 0,-1 1-1 0 0,-4 4 439 0 0,0 0-1 0 0,1 0 1 0 0,-1 1-1 0 0,2 0 1 0 0,-1 0-1 0 0,1 0 1 0 0,0 0-1 0 0,0 1 1 0 0,-6 13-1 0 0,0 6 130 0 0,-14 47 0 0 0,11-20-63 0 0,-14 108-1 0 0,14 60 88 0 0,18 90 364 0 0,3-227-157 0 0,28 139 1 0 0,-29-200-800 0 0,0 1 1 0 0,1-1-1 0 0,2 0 0 0 0,15 30 0 0 0,-20-47-81 0 0,0 0 0 0 0,1 0 0 0 0,-1-1 1 0 0,2 1-1 0 0,-1-1 0 0 0,1-1 0 0 0,10 10 0 0 0,-12-12-11 0 0,1 0 0 0 0,0 0-1 0 0,-1-1 1 0 0,1 1-1 0 0,1-1 1 0 0,-1 0 0 0 0,0-1-1 0 0,0 1 1 0 0,1-1 0 0 0,-1 0-1 0 0,1 0 1 0 0,7 0-1 0 0,-6-2 23 0 0,1 1-1 0 0,-1-1 0 0 0,1-1 0 0 0,-1 1 0 0 0,0-1 1 0 0,1 0-1 0 0,-1-1 0 0 0,0 0 0 0 0,0 0 0 0 0,-1 0 1 0 0,1-1-1 0 0,8-6 0 0 0,0-2 41 0 0,0 0 0 0 0,-1-1 0 0 0,22-25 0 0 0,-1-7-65 0 0,-2-1 1 0 0,36-71 0 0 0,12-16-402 0 0,-75 124 373 0 0,1 0 1 0 0,0 1-1 0 0,1-1 0 0 0,0 2 0 0 0,10-9 1 0 0,-15 13 76 0 0,0 1 1 0 0,0-1 0 0 0,1 1-1 0 0,0 0 1 0 0,-1 0 0 0 0,1 0 0 0 0,0 1-1 0 0,0-1 1 0 0,0 1 0 0 0,0 0 0 0 0,0 0-1 0 0,0 0 1 0 0,0 1 0 0 0,0-1 0 0 0,0 1-1 0 0,7 1 1 0 0,-8-1-2 0 0,0 1-1 0 0,0 0 1 0 0,0 1-1 0 0,0-1 1 0 0,0 0-1 0 0,-1 1 1 0 0,1 0-1 0 0,-1-1 1 0 0,1 1-1 0 0,-1 0 1 0 0,1 0-1 0 0,2 4 1 0 0,22 30 220 0 0,-16-18-173 0 0,0 0 0 0 0,-2 0 0 0 0,0 1 0 0 0,9 31-1 0 0,15 82 9 0 0,-6-21-445 0 0,-27-108 320 0 0,5 10-1641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1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17503 0 0,'-3'9'776'0'0,"-1"-1"160"0"0,2 1-744 0 0,1 0-192 0 0,1-4 0 0 0,1 1 0 0 0,1 3 416 0 0,2 6 56 0 0,1 11 8 0 0,4 8 0 0 0,3 4-1176 0 0,1-1-232 0 0,0-1-40 0 0,1 1-16 0 0,2 1 832 0 0,-3-6 152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2.3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0 123 10591 0 0,'32'149'8531'0'0,"-23"-122"-7233"0"0,16 38 0 0 0,-23-60-1156 0 0,0-1 0 0 0,1 0 1 0 0,-1 0-1 0 0,1 1 0 0 0,-1-2 1 0 0,1 1-1 0 0,6 6 0 0 0,-8-10-147 0 0,0 1 0 0 0,0 0-1 0 0,0-1 1 0 0,0 1 0 0 0,0 0-1 0 0,0-1 1 0 0,0 1 0 0 0,1-1 0 0 0,-1 0-1 0 0,0 1 1 0 0,0-1 0 0 0,0 0-1 0 0,1 0 1 0 0,-1 0 0 0 0,0 0 0 0 0,0 0-1 0 0,1 0 1 0 0,-1 0 0 0 0,0 0-1 0 0,0 0 1 0 0,0 0 0 0 0,1-1 0 0 0,-1 1-1 0 0,0-1 1 0 0,0 1 0 0 0,0-1-1 0 0,0 1 1 0 0,0-1 0 0 0,0 1 0 0 0,0-1-1 0 0,0 0 1 0 0,0 0 0 0 0,2-1-1 0 0,6-7-297 0 0,0 0 0 0 0,0 0 0 0 0,-1-1-1 0 0,0 0 1 0 0,7-13 0 0 0,31-59-2287 0 0,-33 57 1818 0 0,9-19-283 0 0,-5 11 971 0 0,33-52 1 0 0,-48 83 250 0 0,-1 0 0 0 0,1 0 1 0 0,-1 0-1 0 0,1 1 0 0 0,0-1 1 0 0,0 0-1 0 0,0 1 1 0 0,0-1-1 0 0,0 1 0 0 0,0 0 1 0 0,0-1-1 0 0,0 1 0 0 0,1 0 1 0 0,-1 1-1 0 0,0-1 1 0 0,1 0-1 0 0,-1 1 0 0 0,4-1 1 0 0,-4 1-44 0 0,-1 0 0 0 0,1 0 0 0 0,0 0 0 0 0,0 0 1 0 0,0 1-1 0 0,0-1 0 0 0,0 1 0 0 0,0 0 1 0 0,0-1-1 0 0,-1 1 0 0 0,1 0 0 0 0,0 0 0 0 0,-1 0 1 0 0,1 0-1 0 0,-1 0 0 0 0,1 1 0 0 0,-1-1 0 0 0,1 0 1 0 0,-1 1-1 0 0,0-1 0 0 0,1 1 0 0 0,-1-1 0 0 0,0 1 1 0 0,1 1-1 0 0,2 6-51 0 0,0 0 1 0 0,-1 0-1 0 0,0 0 1 0 0,0 0-1 0 0,-1 0 1 0 0,2 17-1 0 0,-2-11 11 0 0,8 24-1 0 0,-10-38-87 0 0,0 0-1 0 0,0 0 0 0 0,1 0 1 0 0,-1 0-1 0 0,1 0 0 0 0,-1 0 1 0 0,1 0-1 0 0,-1 0 1 0 0,1 0-1 0 0,0-1 0 0 0,-1 1 1 0 0,1 0-1 0 0,0 0 0 0 0,-1 0 1 0 0,1-1-1 0 0,0 1 1 0 0,0 0-1 0 0,0-1 0 0 0,0 1 1 0 0,2 0-1 0 0,-2-1-9 0 0,0 0 0 0 0,0 0 0 0 0,0 0 0 0 0,0 0 0 0 0,0 0 0 0 0,0 0 0 0 0,1 0 0 0 0,-1 0 0 0 0,0 0 0 0 0,0-1 0 0 0,0 1 0 0 0,0-1 0 0 0,0 1 0 0 0,0-1 0 0 0,0 1 0 0 0,1-2 0 0 0,5-3-104 0 0,-1 0 1 0 0,0-1 0 0 0,0 0 0 0 0,7-9 0 0 0,-8 8 11 0 0,11-12-807 0 0,-12 12 880 0 0,2 1-1 0 0,-1-1 1 0 0,1 1 0 0 0,0 1-1 0 0,10-9 1 0 0,-14 13 95 0 0,0 0 0 0 0,0 0 1 0 0,0 0-1 0 0,0 0 1 0 0,0 0-1 0 0,0 0 0 0 0,0 1 1 0 0,0-1-1 0 0,0 1 1 0 0,0 0-1 0 0,0 0 0 0 0,1-1 1 0 0,-1 1-1 0 0,0 1 1 0 0,0-1-1 0 0,0 0 0 0 0,0 0 1 0 0,0 1-1 0 0,0-1 0 0 0,0 1 1 0 0,1 0-1 0 0,-1 0 1 0 0,-1 0-1 0 0,1-1 0 0 0,0 2 1 0 0,3 1-1 0 0,10 8 242 0 0,0 1 1 0 0,24 25-1 0 0,-27-25-155 0 0,0-1 1 0 0,1 0-1 0 0,26 18 0 0 0,-34-26-145 0 0,1 0 1 0 0,-1-1-1 0 0,1 0 0 0 0,-1 0 0 0 0,1 0 0 0 0,0 0 1 0 0,0-1-1 0 0,0 0 0 0 0,0-1 0 0 0,-1 1 0 0 0,1-1 1 0 0,0 0-1 0 0,0 0 0 0 0,0-1 0 0 0,7-1 0 0 0,0-1-51 0 0,0-1-1 0 0,-1 0 0 0 0,1-1 1 0 0,-1-1-1 0 0,0 1 0 0 0,0-2 1 0 0,19-13-1 0 0,3-8-550 0 0,33-32 1 0 0,16-13-1374 0 0,-79 70 1914 0 0,0 0 1 0 0,0 1-1 0 0,0-1 1 0 0,0 1 0 0 0,0-1-1 0 0,1 1 1 0 0,-1 1 0 0 0,1-1-1 0 0,-1 1 1 0 0,6-2 0 0 0,-7 3 108 0 0,-1 0 0 0 0,0 0 0 0 0,0 0 0 0 0,1 0 0 0 0,-1 1 0 0 0,0-1 0 0 0,0 1 0 0 0,0-1 0 0 0,0 1 0 0 0,0 0 0 0 0,0 0 0 0 0,0 0 0 0 0,0 0 0 0 0,0 0 0 0 0,0 0 0 0 0,0 0 0 0 0,0 1 0 0 0,-1-1 1 0 0,1 1-1 0 0,0-1 0 0 0,-1 1 0 0 0,0 0 0 0 0,1 0 0 0 0,0 1 0 0 0,4 7 133 0 0,-1-1 1 0 0,0 0-1 0 0,0 1 1 0 0,-1 0-1 0 0,5 18 1 0 0,9 56 142 0 0,-11-45-245 0 0,-2-11-46 0 0,-3-13-192 0 0,1-1 0 0 0,6 18 0 0 0,-7-27-1582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2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20271 0 0,'-1'6'1984'0'0,"1"-3"-1768"0"0,0-1-216 0 0,0 1 0 0 0,0 0 0 0 0,1 0 344 0 0,1 4 24 0 0,1 4 8 0 0,1 2 0 0 0,2 6-376 0 0,0 0-128 0 0,0-2 0 0 0,1 12-6208 0 0,0-6-1232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2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9215 0 0,'48'12'1248'0'0,"28"0"10127"0"0,259 12-9046 0 0,-335-24-2350 0 0,0 0 0 0 0,0 0 0 0 0,0 0 0 0 0,0 0 0 0 0,0 0 1 0 0,1 0-1 0 0,-1 0 0 0 0,0 0 0 0 0,0 0 0 0 0,0 0 0 0 0,0 0 0 0 0,0 0 0 0 0,0 0 0 0 0,0 0 0 0 0,1 0 0 0 0,-1 0 0 0 0,0 0 0 0 0,0 0 0 0 0,0 0 0 0 0,0 0 0 0 0,0 0 1 0 0,0 0-1 0 0,0 0 0 0 0,0 0 0 0 0,1 0 0 0 0,-1 0 0 0 0,0 0 0 0 0,0 0 0 0 0,0 1 0 0 0,0-1 0 0 0,0 0 0 0 0,0 0 0 0 0,0 0 0 0 0,0 0 0 0 0,0 0 0 0 0,0 0 1 0 0,0 0-1 0 0,0 0 0 0 0,0 1 0 0 0,0-1 0 0 0,0 0 0 0 0,0 0 0 0 0,0 0 0 0 0,0 0 0 0 0,0 0 0 0 0,0 0 0 0 0,0 0 0 0 0,0 0 0 0 0,0 1 0 0 0,0-1 0 0 0,0 0 1 0 0,0 0-1 0 0,0 0 0 0 0,0 0 0 0 0,-6 8-548 0 0,-10 7-99 0 0,-43 34 97 0 0,-82 88 0 0 0,122-115 862 0 0,0 1-1 0 0,1 0 1 0 0,2 2 0 0 0,1 0 0 0 0,0 0 0 0 0,2 2-1 0 0,-13 36 1 0 0,22-52-193 0 0,1 0 0 0 0,0 0-1 0 0,1 1 1 0 0,0-1 0 0 0,1 1 0 0 0,0-1-1 0 0,1 1 1 0 0,1 15 0 0 0,0-22-53 0 0,0 0 1 0 0,0 0-1 0 0,0 0 1 0 0,1-1-1 0 0,-1 1 1 0 0,1 0-1 0 0,0 0 1 0 0,1-1-1 0 0,-1 1 1 0 0,1-1-1 0 0,0 0 0 0 0,0 0 1 0 0,0 0-1 0 0,1 0 1 0 0,-1-1-1 0 0,1 1 1 0 0,0-1-1 0 0,0 0 1 0 0,0 0-1 0 0,0 0 1 0 0,7 3-1 0 0,-4-3-65 0 0,1 0-1 0 0,0-1 1 0 0,0 1 0 0 0,0-1-1 0 0,0-1 1 0 0,0 0-1 0 0,0 0 1 0 0,0 0-1 0 0,1-1 1 0 0,-1 0 0 0 0,0-1-1 0 0,16-3 1 0 0,-7 0-182 0 0,0 0 0 0 0,0-2 1 0 0,-1 0-1 0 0,0-1 0 0 0,16-9 0 0 0,-5 0-1658 0 0,-3-4-5904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3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3679 0 0,'-5'13'328'0'0,"2"-5"-264"0"0,-1 19 10168 0 0,5-18-6520 0 0,3 6-2440 0 0,2 2-488 0 0,4 2-96 0 0,2-3-16 0 0,3-1-1144 0 0,2-2-224 0 0,5 1-40 0 0,4-2-7152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3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173 231 1839 0 0,'9'-6'68'0'0,"-2"2"-19"0"0,-1 0 0 0 0,1-1 0 0 0,-1 1 1 0 0,0-2-1 0 0,7-7 0 0 0,-1-8 4791 0 0,-8 11-3790 0 0,-1 0 0 0 0,-1 0 0 0 0,3-17 0 0 0,-5 21-555 0 0,1 0 1 0 0,-1 0-1 0 0,0 0 0 0 0,-1-1 0 0 0,1 1 1 0 0,-1 0-1 0 0,0 0 0 0 0,-1 0 1 0 0,0 0-1 0 0,0 0 0 0 0,-4-9 0 0 0,5 13-408 0 0,0 0-1 0 0,0 0 0 0 0,0 0 0 0 0,0 1 0 0 0,-1-1 1 0 0,1 0-1 0 0,-1 1 0 0 0,1-1 0 0 0,-1 1 0 0 0,0-1 0 0 0,1 1 1 0 0,-1 0-1 0 0,0 0 0 0 0,0 0 0 0 0,0 0 0 0 0,0 0 0 0 0,0 0 1 0 0,0 0-1 0 0,0 1 0 0 0,0-1 0 0 0,0 1 0 0 0,-1 0 0 0 0,1-1 1 0 0,0 1-1 0 0,0 0 0 0 0,0 0 0 0 0,0 0 0 0 0,-1 1 0 0 0,1-1 1 0 0,0 0-1 0 0,0 1 0 0 0,0-1 0 0 0,0 1 0 0 0,0 0 0 0 0,0 0 1 0 0,-2 1-1 0 0,-4 2-71 0 0,1 0 1 0 0,1 0-1 0 0,-1 1 1 0 0,1 0-1 0 0,-1 0 0 0 0,1 1 1 0 0,1 0-1 0 0,-1 0 1 0 0,1 0-1 0 0,0 0 1 0 0,1 1-1 0 0,-7 11 0 0 0,-3 10 41 0 0,-20 55-1 0 0,31-77-29 0 0,-5 17 154 0 0,1 0 0 0 0,1 1 1 0 0,-4 30-1 0 0,9-42-42 0 0,-1-1 1 0 0,2 1 0 0 0,0 0-1 0 0,0-1 1 0 0,1 1-1 0 0,1 0 1 0 0,0-1 0 0 0,7 22-1 0 0,-7-28-84 0 0,0 0 0 0 0,0 0-1 0 0,1 0 1 0 0,0-1 0 0 0,0 1 0 0 0,0-1-1 0 0,1 1 1 0 0,0-1 0 0 0,0 0 0 0 0,0-1-1 0 0,5 5 1 0 0,-6-6-46 0 0,0 0-1 0 0,0 0 1 0 0,0-1-1 0 0,0 1 1 0 0,0-1-1 0 0,0 0 1 0 0,0 1-1 0 0,1-1 1 0 0,-1-1-1 0 0,0 1 1 0 0,1 0-1 0 0,-1-1 1 0 0,0 0-1 0 0,1 0 1 0 0,-1 0 0 0 0,1 0-1 0 0,-1 0 1 0 0,7-2-1 0 0,0-2-23 0 0,0 0-1 0 0,-1-1 1 0 0,1 0-1 0 0,-1 0 1 0 0,0-1-1 0 0,-1 0 0 0 0,1-1 1 0 0,-1 0-1 0 0,-1 0 1 0 0,9-9-1 0 0,6-10-252 0 0,34-51-1 0 0,-44 59 176 0 0,18-27-313 0 0,-27 41 395 0 0,0 1 0 0 0,0 0 0 0 0,0 0 0 0 0,0 0 0 0 0,1 0 0 0 0,-1 0 1 0 0,1 1-1 0 0,0-1 0 0 0,5-2 0 0 0,-8 5 33 0 0,0-1-1 0 0,0 1 1 0 0,0 0 0 0 0,0 0-1 0 0,0-1 1 0 0,1 1 0 0 0,-1 0 0 0 0,0 0-1 0 0,0 0 1 0 0,0 0 0 0 0,0 0 0 0 0,0 0-1 0 0,0 1 1 0 0,0-1 0 0 0,0 0 0 0 0,0 0-1 0 0,0 1 1 0 0,0-1 0 0 0,0 1-1 0 0,2 0 1 0 0,-1 0 11 0 0,0 1 0 0 0,-1 0 0 0 0,1-1 0 0 0,0 1 0 0 0,0 0 0 0 0,-1 0 0 0 0,1 0 0 0 0,1 4 0 0 0,2 3 3 0 0,0 1 1 0 0,-1 0-1 0 0,4 13 1 0 0,-7-18-57 0 0,7 20-39 0 0,-2-4-824 0 0,12 27 0 0 0,-15-41-211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3.5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1 297 11519 0 0,'0'-2'167'0'0,"0"1"-1"0"0,0-1 1 0 0,0 1-1 0 0,0 0 1 0 0,0-1-1 0 0,0 1 0 0 0,1-1 1 0 0,-1 1-1 0 0,1 0 1 0 0,-1-1-1 0 0,1 1 1 0 0,-1 0-1 0 0,1-1 0 0 0,0 1 1 0 0,0 0-1 0 0,0 0 1 0 0,-1 0-1 0 0,1 0 1 0 0,0 0-1 0 0,1 0 0 0 0,-1 0 1 0 0,2-2-1 0 0,4-2 1391 0 0,1 0 0 0 0,12-7 0 0 0,-10 6-1502 0 0,50-25 1628 0 0,85-31 0 0 0,-93 41-3234 0 0,-1-1 0 0 0,91-55 0 0 0,-108 53-5340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3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 18431 0 0,'-5'14'342'0'0,"1"1"-1"0"0,0 0 1 0 0,1 0-1 0 0,1 1 1 0 0,0-1-1 0 0,1 17 1 0 0,-4 158 860 0 0,-2 189-156 0 0,22-3 59 0 0,-9-312-1053 0 0,3 0 0 0 0,2-1 0 0 0,21 63 0 0 0,-25-105-200 0 0,2 1-1 0 0,16 31 1 0 0,-19-42-100 0 0,0-1-1 0 0,1-1 0 0 0,0 1 1 0 0,0-1-1 0 0,1 0 0 0 0,16 13 1 0 0,-21-20 52 0 0,-1 0 1 0 0,0 0 0 0 0,1 0-1 0 0,0-1 1 0 0,-1 1-1 0 0,1-1 1 0 0,0 0 0 0 0,0 0-1 0 0,0 0 1 0 0,4 1 0 0 0,10-2-1495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3.9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10159 0 0,'11'10'328'0'0,"0"1"1"0"0,0 0-1 0 0,-1 1 0 0 0,12 18 0 0 0,29 56 3528 0 0,-39-63-2230 0 0,22 44 1374 0 0,8 13-1229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4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10135 0 0,'2'11'896'0'0,"-1"-3"-712"0"0,2 0-184 0 0,0 0 0 0 0,1-2 1800 0 0,-1 1 328 0 0,2 3 64 0 0,3 7 16 0 0,5 8-1728 0 0,3 10-352 0 0,1 5-64 0 0,-2-2-64 0 0,-1 1-1096 0 0,-4-3-280 0 0,-3-2-48 0 0,-3-1-16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4T07:56:44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0 181 8751 0 0,'51'154'5201'0'0,"-39"-125"-3703"0"0,2-1 0 0 0,0 0-1 0 0,21 28 1 0 0,-30-49-1340 0 0,0 0-1 0 0,0-1 1 0 0,1 0 0 0 0,0 0-1 0 0,0 0 1 0 0,0 0-1 0 0,1-1 1 0 0,-1 0 0 0 0,11 5-1 0 0,-13-8-111 0 0,0-1 0 0 0,0 1 0 0 0,0-1 1 0 0,0 0-1 0 0,0 0 0 0 0,0 0 0 0 0,0 0 0 0 0,0-1 0 0 0,1 0 0 0 0,-1 0 0 0 0,0 0 0 0 0,0 0 0 0 0,0-1 0 0 0,1 0 1 0 0,-1 1-1 0 0,0-2 0 0 0,0 1 0 0 0,0 0 0 0 0,0-1 0 0 0,4-2 0 0 0,-1 1-83 0 0,0-2 0 0 0,0 1 0 0 0,-1-1 0 0 0,1 0 0 0 0,-1 0 0 0 0,0-1 0 0 0,0 1 0 0 0,-1-1 0 0 0,0-1 0 0 0,0 1 0 0 0,0-1 0 0 0,-1 0 0 0 0,0 0 0 0 0,0 0 0 0 0,4-12 0 0 0,-5 10-11 0 0,0-1 0 0 0,-1 1 0 0 0,0-1 0 0 0,-1 0 0 0 0,0 1 0 0 0,0-1 0 0 0,-1 0-1 0 0,0 0 1 0 0,-1 1 0 0 0,0-1 0 0 0,-1 0 0 0 0,-3-15 0 0 0,-1 7 57 0 0,-1-1 0 0 0,0 1 1 0 0,-2 0-1 0 0,0 1 0 0 0,0 0 0 0 0,-17-21 1 0 0,19 28-82 0 0,-1 1 1 0 0,0 0 0 0 0,0 1-1 0 0,-1 0 1 0 0,0 1 0 0 0,0-1 0 0 0,-1 2-1 0 0,0-1 1 0 0,0 2 0 0 0,0-1-1 0 0,-21-7 1 0 0,-60-11-2219 0 0,90 24 2269 0 0,1 0 1 0 0,0 0 0 0 0,-1 0-1 0 0,1 0 1 0 0,0 0 0 0 0,-1 0-1 0 0,1 0 1 0 0,0-1 0 0 0,-1 1 0 0 0,1 0-1 0 0,0 0 1 0 0,-1 0 0 0 0,1 0-1 0 0,0 0 1 0 0,0-1 0 0 0,-1 1-1 0 0,1 0 1 0 0,0 0 0 0 0,0 0 0 0 0,-1-1-1 0 0,1 1 1 0 0,0 0 0 0 0,0 0-1 0 0,0-1 1 0 0,0 1 0 0 0,-1 0-1 0 0,1-1 1 0 0,0 1 0 0 0,0 0 0 0 0,0 0-1 0 0,0-1 1 0 0,0 1 0 0 0,0 0-1 0 0,0-1 1 0 0,9-7 99 0 0,18 0 829 0 0,-16 6-728 0 0,0 1 1 0 0,0 0 0 0 0,0 1-1 0 0,0 0 1 0 0,0 0 0 0 0,0 1-1 0 0,0 1 1 0 0,0 0 0 0 0,-1 0 0 0 0,1 1-1 0 0,-1 1 1 0 0,1-1 0 0 0,-1 2-1 0 0,0 0 1 0 0,17 10 0 0 0,-14-5-191 0 0,0 0 0 0 0,-1 0 1 0 0,0 1-1 0 0,-1 0 1 0 0,0 1-1 0 0,-1 1 0 0 0,0-1 1 0 0,-1 2-1 0 0,0-1 0 0 0,7 19 1 0 0,1 7 180 0 0,18 62-1 0 0,-9-22 254 0 0,-24-75-393 0 0,-1-1-1 0 0,1 1 1 0 0,-1-1-1 0 0,1 1 1 0 0,0-1-1 0 0,0 0 1 0 0,4 4-1 0 0,-6-6-25 0 0,1 0 0 0 0,0-1 0 0 0,-1 1 0 0 0,1-1-1 0 0,0 1 1 0 0,0-1 0 0 0,0 1 0 0 0,-1-1 0 0 0,1 0 0 0 0,0 1 0 0 0,0-1 0 0 0,0 0-1 0 0,0 0 1 0 0,0 1 0 0 0,-1-1 0 0 0,1 0 0 0 0,0 0 0 0 0,0 0 0 0 0,0 0-1 0 0,0 0 1 0 0,0 0 0 0 0,0-1 0 0 0,0 1 0 0 0,-1 0 0 0 0,1 0 0 0 0,0-1 0 0 0,0 1-1 0 0,0 0 1 0 0,0-1 0 0 0,-1 1 0 0 0,1-1 0 0 0,0 1 0 0 0,0-1 0 0 0,-1 1-1 0 0,1-1 1 0 0,0 0 0 0 0,7-7-53 0 0,-1-1-1 0 0,0 1 1 0 0,0-1 0 0 0,-1-1-1 0 0,0 1 1 0 0,0-1-1 0 0,5-13 1 0 0,3-6-40 0 0,80-134 462 0 0,-83 146-62 0 0,25-28 0 0 0,-30 38-215 0 0,0 1 1 0 0,0 0-1 0 0,1 1 1 0 0,0-1-1 0 0,0 1 1 0 0,14-7-1 0 0,-20 11-80 0 0,1 0-1 0 0,-1 1 1 0 0,1-1-1 0 0,-1 1 1 0 0,0-1-1 0 0,1 1 1 0 0,-1 0-1 0 0,1 0 1 0 0,-1 0-1 0 0,1-1 0 0 0,-1 1 1 0 0,1 1-1 0 0,-1-1 1 0 0,1 0-1 0 0,-1 0 1 0 0,1 0-1 0 0,-1 1 1 0 0,1-1-1 0 0,1 2 0 0 0,-1-1 7 0 0,1 0-1 0 0,-1 1 0 0 0,0-1 0 0 0,0 1 1 0 0,0 0-1 0 0,0 0 0 0 0,-1 0 0 0 0,1 0 1 0 0,0 0-1 0 0,1 3 0 0 0,3 6 46 0 0,-1 0 0 0 0,0 0 0 0 0,6 23-1 0 0,-9-29-53 0 0,15 61 154 0 0,9 76-1 0 0,1 7-223 0 0,27 33-1453 0 0,-37-131-254 0 0,-12-34 1012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Motivation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285473+289036=574509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地理：格子／API／分隊經緯度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分級：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Char char="●"/>
            </a:pPr>
            <a:r>
              <a:rPr lang="zh-TW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共 51 台，其中有 8 台高級救護車。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52 台基礎救護車、12 台高級救護車分配至 45 個基礎分隊、 4 個高級分隊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intro_original_rev_high_visual_deployment_with_station_names.html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original_rev_high_visual_deployment.html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zh-TW" sz="1150">
                <a:solidFill>
                  <a:srgbClr val="080809"/>
                </a:solidFill>
                <a:highlight>
                  <a:srgbClr val="F0F0F0"/>
                </a:highlight>
              </a:rPr>
              <a:t>生成時間長時會有誤差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zh-TW" sz="1200">
                <a:solidFill>
                  <a:schemeClr val="dk1"/>
                </a:solidFill>
              </a:rPr>
              <a:t>以（打開）救護車紀錄為主，資料有缺值，就會以救址中心的派遣紀錄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zh-TW" sz="1200">
                <a:solidFill>
                  <a:schemeClr val="dk1"/>
                </a:solidFill>
              </a:rPr>
              <a:t>若派遣紀錄有（但救護車沒有），就會塞到資料裡進行處理（總之互補）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共存的話，以救護車紀錄為主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沒有共存，就會分開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＝＝＝＝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</a:rPr>
              <a:t>資料前處理及步驟：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原始資料：救護車紀錄、救指中心派遣。合併流程：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刪除測試資料（300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護車紀錄與救指中心派遣紀錄聯集合併資料，共</a:t>
            </a:r>
            <a:r>
              <a:rPr lang="zh-TW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zh-TW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290,380 </a:t>
            </a: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筆。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以救護車紀錄中的時間點為計算時間長的主要依據，若某時間點缺值則以救指中心派遣紀錄對應的時間點補值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在合併後的資料，依序刪除符合以下條件之整筆資料。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lpha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派遣時間缺值 （1,645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lpha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其他異常時間點缺值（共 2,407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roman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到達、離開缺一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roman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到院、離院缺一                    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lpha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將案件依時間點缺值與否進行 situation 歸類後，situation 歸類與 Critical 、IClassification 標記不符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roman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歸類為 situation 1 ，Critical 或 IClassification 卻有標記 （15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roman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歸類為 situation 2，IClassification 卻有標記（92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lpha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時間長異常（5,956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roman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任意時段時間長 &lt; 0 （2,749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roman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現場時間長 &gt; 4 小時（43 筆）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roman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任一現場時間外的其他時間長 &gt; 60 分鐘 （3,792 筆)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lphaL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情況三（有到院）且 Critical 為 NaN（1,053 筆） 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Lato"/>
              <a:buAutoNum type="alphaLcPeriod"/>
            </a:pPr>
            <a:r>
              <a:rPr lang="zh-TW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刪除無地址資料與在雙北市以外的地址（刪除 9 + 4 筆）</a:t>
            </a:r>
            <a:endParaRPr sz="12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Lato"/>
              <a:buAutoNum type="alphaLcPeriod"/>
            </a:pPr>
            <a:r>
              <a:rPr lang="zh-TW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刪除在格子外的新北市資料（3 筆）</a:t>
            </a:r>
            <a:endParaRPr sz="120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剩下 279247 筆，再刪除 2022/4/14 20:00 到 2022/6/15 08:00 的紀錄 （26742 筆）（</a:t>
            </a:r>
            <a:r>
              <a:rPr lang="zh-TW" sz="1200" u="sng">
                <a:solidFill>
                  <a:srgbClr val="1C3678"/>
                </a:solidFill>
                <a:highlight>
                  <a:srgbClr val="EFEFEF"/>
                </a:highlight>
                <a:latin typeface="Lato"/>
                <a:ea typeface="Lato"/>
                <a:cs typeface="Lato"/>
                <a:sym typeface="Lato"/>
              </a:rPr>
              <a:t>ref</a:t>
            </a: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最後剩下</a:t>
            </a:r>
            <a:r>
              <a:rPr lang="zh-TW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252505 </a:t>
            </a: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筆（其中 239757 筆 為不重複案件），檔名為 aj_cleaned_case_information_complete.csv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AutoNum type="arabicPeriod"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將情況三 IClassification 為 NaN 這重新設為「五級」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這邊沒有刪掉 2021 - 2024</a:t>
            </a:r>
            <a:b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有刪掉 2021、2024	 （模擬）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----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29999 &gt;&gt; 放原本的數量</a:t>
            </a:r>
            <a:br>
              <a:rPr lang="zh-TW" sz="1200">
                <a:solidFill>
                  <a:schemeClr val="dk1"/>
                </a:solidFill>
              </a:rPr>
            </a:br>
            <a:r>
              <a:rPr lang="zh-TW" sz="1200">
                <a:solidFill>
                  <a:schemeClr val="dk1"/>
                </a:solidFill>
              </a:rPr>
              <a:t>放折線圖～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30*30 = 各個經緯度～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為了產出其他的選項，所以我們還是有考慮其他格子！</a:t>
            </a:r>
            <a:br>
              <a:rPr lang="zh-TW" sz="1200">
                <a:solidFill>
                  <a:schemeClr val="dk1"/>
                </a:solidFill>
              </a:rPr>
            </a:br>
            <a:r>
              <a:rPr lang="zh-TW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290,380-252505= 37875</a:t>
            </a:r>
            <a:br>
              <a:rPr lang="zh-TW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zh-TW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37875-</a:t>
            </a: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26742 =11133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11133/</a:t>
            </a:r>
            <a:r>
              <a:rPr lang="zh-TW" sz="120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290380=0.038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60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Lato"/>
              <a:buNone/>
              <a:defRPr sz="29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0" name="Google Shape;20;p60"/>
          <p:cNvSpPr txBox="1">
            <a:spLocks noGrp="1"/>
          </p:cNvSpPr>
          <p:nvPr>
            <p:ph type="body" idx="1"/>
          </p:nvPr>
        </p:nvSpPr>
        <p:spPr>
          <a:xfrm>
            <a:off x="323400" y="1336450"/>
            <a:ext cx="8333400" cy="3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>
                <a:solidFill>
                  <a:srgbClr val="000000"/>
                </a:solidFill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>
                <a:solidFill>
                  <a:srgbClr val="000000"/>
                </a:solidFill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>
                <a:solidFill>
                  <a:srgbClr val="000000"/>
                </a:solidFill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21" name="Google Shape;21;p60"/>
          <p:cNvGrpSpPr/>
          <p:nvPr/>
        </p:nvGrpSpPr>
        <p:grpSpPr>
          <a:xfrm>
            <a:off x="424342" y="1115031"/>
            <a:ext cx="745763" cy="45826"/>
            <a:chOff x="4580561" y="2589004"/>
            <a:chExt cx="1064464" cy="25200"/>
          </a:xfrm>
        </p:grpSpPr>
        <p:sp>
          <p:nvSpPr>
            <p:cNvPr id="22" name="Google Shape;22;p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23;p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4" name="Google Shape;24;p60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6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0" name="Google Shape;40;p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6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6AA4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6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3" name="Google Shape;43;p6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6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6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9" name="Google Shape;49;p6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50" name="Google Shape;50;p6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6AA4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6" name="Google Shape;56;p6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6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58" name="Google Shape;58;p6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9" name="Google Shape;59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6AA4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6AA4C7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67"/>
          <p:cNvGrpSpPr/>
          <p:nvPr/>
        </p:nvGrpSpPr>
        <p:grpSpPr>
          <a:xfrm>
            <a:off x="729442" y="2844555"/>
            <a:ext cx="745763" cy="45826"/>
            <a:chOff x="4580561" y="2589004"/>
            <a:chExt cx="1064464" cy="25200"/>
          </a:xfrm>
        </p:grpSpPr>
        <p:sp>
          <p:nvSpPr>
            <p:cNvPr id="63" name="Google Shape;63;p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p6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6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0" name="Google Shape;70;p6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1" name="Google Shape;71;p6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6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5" name="Google Shape;75;p6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B6D7A8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8" name="Google Shape;78;p7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7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7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7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ixie One"/>
              <a:buNone/>
              <a:defRPr b="1"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cxnSp>
        <p:nvCxnSpPr>
          <p:cNvPr id="85" name="Google Shape;85;p71"/>
          <p:cNvCxnSpPr/>
          <p:nvPr/>
        </p:nvCxnSpPr>
        <p:spPr>
          <a:xfrm>
            <a:off x="706975" y="534250"/>
            <a:ext cx="7725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6" name="Google Shape;86;p71"/>
          <p:cNvSpPr txBox="1">
            <a:spLocks noGrp="1"/>
          </p:cNvSpPr>
          <p:nvPr>
            <p:ph type="sldNum" idx="12"/>
          </p:nvPr>
        </p:nvSpPr>
        <p:spPr>
          <a:xfrm>
            <a:off x="8595309" y="4668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>
  <p:cSld name="TITLE_AND_BODY_2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72"/>
          <p:cNvCxnSpPr/>
          <p:nvPr/>
        </p:nvCxnSpPr>
        <p:spPr>
          <a:xfrm>
            <a:off x="0" y="6745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72"/>
          <p:cNvSpPr/>
          <p:nvPr/>
        </p:nvSpPr>
        <p:spPr>
          <a:xfrm>
            <a:off x="817475" y="4715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2"/>
          <p:cNvSpPr txBox="1">
            <a:spLocks noGrp="1"/>
          </p:cNvSpPr>
          <p:nvPr>
            <p:ph type="title"/>
          </p:nvPr>
        </p:nvSpPr>
        <p:spPr>
          <a:xfrm>
            <a:off x="1381250" y="438912"/>
            <a:ext cx="38784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91" name="Google Shape;91;p72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92" name="Google Shape;92;p72"/>
          <p:cNvCxnSpPr/>
          <p:nvPr/>
        </p:nvCxnSpPr>
        <p:spPr>
          <a:xfrm>
            <a:off x="5265650" y="6745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72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7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5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7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40.png"/><Relationship Id="rId18" Type="http://schemas.openxmlformats.org/officeDocument/2006/relationships/customXml" Target="../ink/ink41.xml"/><Relationship Id="rId3" Type="http://schemas.openxmlformats.org/officeDocument/2006/relationships/image" Target="../media/image35.png"/><Relationship Id="rId21" Type="http://schemas.openxmlformats.org/officeDocument/2006/relationships/image" Target="../media/image44.png"/><Relationship Id="rId7" Type="http://schemas.openxmlformats.org/officeDocument/2006/relationships/image" Target="../media/image37.png"/><Relationship Id="rId12" Type="http://schemas.openxmlformats.org/officeDocument/2006/relationships/customXml" Target="../ink/ink38.xml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40.xml"/><Relationship Id="rId20" Type="http://schemas.openxmlformats.org/officeDocument/2006/relationships/customXml" Target="../ink/ink4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5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customXml" Target="../ink/ink37.xml"/><Relationship Id="rId19" Type="http://schemas.openxmlformats.org/officeDocument/2006/relationships/image" Target="../media/image43.png"/><Relationship Id="rId4" Type="http://schemas.openxmlformats.org/officeDocument/2006/relationships/customXml" Target="../ink/ink34.xml"/><Relationship Id="rId9" Type="http://schemas.openxmlformats.org/officeDocument/2006/relationships/image" Target="../media/image38.png"/><Relationship Id="rId14" Type="http://schemas.openxmlformats.org/officeDocument/2006/relationships/customXml" Target="../ink/ink3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5.png"/><Relationship Id="rId7" Type="http://schemas.openxmlformats.org/officeDocument/2006/relationships/customXml" Target="../ink/ink4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customXml" Target="../ink/ink43.xml"/><Relationship Id="rId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customXml" Target="../ink/ink46.xml"/><Relationship Id="rId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21" Type="http://schemas.openxmlformats.org/officeDocument/2006/relationships/customXml" Target="../ink/ink57.xml"/><Relationship Id="rId42" Type="http://schemas.openxmlformats.org/officeDocument/2006/relationships/image" Target="../media/image72.png"/><Relationship Id="rId47" Type="http://schemas.openxmlformats.org/officeDocument/2006/relationships/customXml" Target="../ink/ink70.xml"/><Relationship Id="rId63" Type="http://schemas.openxmlformats.org/officeDocument/2006/relationships/customXml" Target="../ink/ink78.xml"/><Relationship Id="rId68" Type="http://schemas.openxmlformats.org/officeDocument/2006/relationships/image" Target="../media/image85.png"/><Relationship Id="rId84" Type="http://schemas.openxmlformats.org/officeDocument/2006/relationships/image" Target="../media/image93.png"/><Relationship Id="rId16" Type="http://schemas.openxmlformats.org/officeDocument/2006/relationships/image" Target="../media/image59.png"/><Relationship Id="rId11" Type="http://schemas.openxmlformats.org/officeDocument/2006/relationships/customXml" Target="../ink/ink52.xml"/><Relationship Id="rId32" Type="http://schemas.openxmlformats.org/officeDocument/2006/relationships/image" Target="../media/image67.png"/><Relationship Id="rId37" Type="http://schemas.openxmlformats.org/officeDocument/2006/relationships/customXml" Target="../ink/ink65.xml"/><Relationship Id="rId53" Type="http://schemas.openxmlformats.org/officeDocument/2006/relationships/customXml" Target="../ink/ink73.xml"/><Relationship Id="rId58" Type="http://schemas.openxmlformats.org/officeDocument/2006/relationships/image" Target="../media/image80.png"/><Relationship Id="rId74" Type="http://schemas.openxmlformats.org/officeDocument/2006/relationships/image" Target="../media/image88.png"/><Relationship Id="rId79" Type="http://schemas.openxmlformats.org/officeDocument/2006/relationships/customXml" Target="../ink/ink86.xml"/><Relationship Id="rId5" Type="http://schemas.openxmlformats.org/officeDocument/2006/relationships/customXml" Target="../ink/ink49.xml"/><Relationship Id="rId19" Type="http://schemas.openxmlformats.org/officeDocument/2006/relationships/customXml" Target="../ink/ink56.xml"/><Relationship Id="rId14" Type="http://schemas.openxmlformats.org/officeDocument/2006/relationships/image" Target="../media/image58.png"/><Relationship Id="rId22" Type="http://schemas.openxmlformats.org/officeDocument/2006/relationships/image" Target="../media/image62.png"/><Relationship Id="rId27" Type="http://schemas.openxmlformats.org/officeDocument/2006/relationships/customXml" Target="../ink/ink60.xml"/><Relationship Id="rId30" Type="http://schemas.openxmlformats.org/officeDocument/2006/relationships/image" Target="../media/image66.png"/><Relationship Id="rId35" Type="http://schemas.openxmlformats.org/officeDocument/2006/relationships/customXml" Target="../ink/ink64.xml"/><Relationship Id="rId43" Type="http://schemas.openxmlformats.org/officeDocument/2006/relationships/customXml" Target="../ink/ink68.xml"/><Relationship Id="rId48" Type="http://schemas.openxmlformats.org/officeDocument/2006/relationships/image" Target="../media/image75.png"/><Relationship Id="rId56" Type="http://schemas.openxmlformats.org/officeDocument/2006/relationships/image" Target="../media/image79.png"/><Relationship Id="rId64" Type="http://schemas.openxmlformats.org/officeDocument/2006/relationships/image" Target="../media/image83.png"/><Relationship Id="rId69" Type="http://schemas.openxmlformats.org/officeDocument/2006/relationships/customXml" Target="../ink/ink81.xml"/><Relationship Id="rId77" Type="http://schemas.openxmlformats.org/officeDocument/2006/relationships/customXml" Target="../ink/ink85.xml"/><Relationship Id="rId8" Type="http://schemas.openxmlformats.org/officeDocument/2006/relationships/image" Target="../media/image55.png"/><Relationship Id="rId51" Type="http://schemas.openxmlformats.org/officeDocument/2006/relationships/customXml" Target="../ink/ink72.xml"/><Relationship Id="rId72" Type="http://schemas.openxmlformats.org/officeDocument/2006/relationships/image" Target="../media/image87.png"/><Relationship Id="rId80" Type="http://schemas.openxmlformats.org/officeDocument/2006/relationships/image" Target="../media/image91.png"/><Relationship Id="rId85" Type="http://schemas.openxmlformats.org/officeDocument/2006/relationships/customXml" Target="../ink/ink89.xml"/><Relationship Id="rId3" Type="http://schemas.openxmlformats.org/officeDocument/2006/relationships/customXml" Target="../ink/ink48.xml"/><Relationship Id="rId12" Type="http://schemas.openxmlformats.org/officeDocument/2006/relationships/image" Target="../media/image57.png"/><Relationship Id="rId17" Type="http://schemas.openxmlformats.org/officeDocument/2006/relationships/customXml" Target="../ink/ink55.xml"/><Relationship Id="rId25" Type="http://schemas.openxmlformats.org/officeDocument/2006/relationships/customXml" Target="../ink/ink59.xml"/><Relationship Id="rId33" Type="http://schemas.openxmlformats.org/officeDocument/2006/relationships/customXml" Target="../ink/ink63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59" Type="http://schemas.openxmlformats.org/officeDocument/2006/relationships/customXml" Target="../ink/ink76.xml"/><Relationship Id="rId67" Type="http://schemas.openxmlformats.org/officeDocument/2006/relationships/customXml" Target="../ink/ink80.xml"/><Relationship Id="rId20" Type="http://schemas.openxmlformats.org/officeDocument/2006/relationships/image" Target="../media/image61.png"/><Relationship Id="rId41" Type="http://schemas.openxmlformats.org/officeDocument/2006/relationships/customXml" Target="../ink/ink67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84.xml"/><Relationship Id="rId83" Type="http://schemas.openxmlformats.org/officeDocument/2006/relationships/customXml" Target="../ink/ink88.xml"/><Relationship Id="rId88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5" Type="http://schemas.openxmlformats.org/officeDocument/2006/relationships/customXml" Target="../ink/ink54.xml"/><Relationship Id="rId23" Type="http://schemas.openxmlformats.org/officeDocument/2006/relationships/customXml" Target="../ink/ink58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71.xml"/><Relationship Id="rId57" Type="http://schemas.openxmlformats.org/officeDocument/2006/relationships/customXml" Target="../ink/ink75.xml"/><Relationship Id="rId10" Type="http://schemas.openxmlformats.org/officeDocument/2006/relationships/image" Target="../media/image56.png"/><Relationship Id="rId31" Type="http://schemas.openxmlformats.org/officeDocument/2006/relationships/customXml" Target="../ink/ink62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79.xml"/><Relationship Id="rId73" Type="http://schemas.openxmlformats.org/officeDocument/2006/relationships/customXml" Target="../ink/ink83.xml"/><Relationship Id="rId78" Type="http://schemas.openxmlformats.org/officeDocument/2006/relationships/image" Target="../media/image90.png"/><Relationship Id="rId81" Type="http://schemas.openxmlformats.org/officeDocument/2006/relationships/customXml" Target="../ink/ink87.xml"/><Relationship Id="rId86" Type="http://schemas.openxmlformats.org/officeDocument/2006/relationships/image" Target="../media/image94.png"/><Relationship Id="rId4" Type="http://schemas.openxmlformats.org/officeDocument/2006/relationships/image" Target="../media/image53.png"/><Relationship Id="rId9" Type="http://schemas.openxmlformats.org/officeDocument/2006/relationships/customXml" Target="../ink/ink51.xml"/><Relationship Id="rId13" Type="http://schemas.openxmlformats.org/officeDocument/2006/relationships/customXml" Target="../ink/ink53.xml"/><Relationship Id="rId18" Type="http://schemas.openxmlformats.org/officeDocument/2006/relationships/image" Target="../media/image60.png"/><Relationship Id="rId39" Type="http://schemas.openxmlformats.org/officeDocument/2006/relationships/customXml" Target="../ink/ink66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74.xml"/><Relationship Id="rId76" Type="http://schemas.openxmlformats.org/officeDocument/2006/relationships/image" Target="../media/image89.png"/><Relationship Id="rId7" Type="http://schemas.openxmlformats.org/officeDocument/2006/relationships/customXml" Target="../ink/ink50.xml"/><Relationship Id="rId71" Type="http://schemas.openxmlformats.org/officeDocument/2006/relationships/customXml" Target="../ink/ink82.xml"/><Relationship Id="rId2" Type="http://schemas.openxmlformats.org/officeDocument/2006/relationships/notesSlide" Target="../notesSlides/notesSlide11.xml"/><Relationship Id="rId29" Type="http://schemas.openxmlformats.org/officeDocument/2006/relationships/customXml" Target="../ink/ink61.xml"/><Relationship Id="rId24" Type="http://schemas.openxmlformats.org/officeDocument/2006/relationships/image" Target="../media/image63.png"/><Relationship Id="rId40" Type="http://schemas.openxmlformats.org/officeDocument/2006/relationships/image" Target="../media/image71.png"/><Relationship Id="rId45" Type="http://schemas.openxmlformats.org/officeDocument/2006/relationships/customXml" Target="../ink/ink69.xml"/><Relationship Id="rId66" Type="http://schemas.openxmlformats.org/officeDocument/2006/relationships/image" Target="../media/image84.png"/><Relationship Id="rId87" Type="http://schemas.openxmlformats.org/officeDocument/2006/relationships/customXml" Target="../ink/ink90.xml"/><Relationship Id="rId61" Type="http://schemas.openxmlformats.org/officeDocument/2006/relationships/customXml" Target="../ink/ink77.xml"/><Relationship Id="rId82" Type="http://schemas.openxmlformats.org/officeDocument/2006/relationships/image" Target="../media/image92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.png"/><Relationship Id="rId299" Type="http://schemas.openxmlformats.org/officeDocument/2006/relationships/image" Target="../media/image244.png"/><Relationship Id="rId21" Type="http://schemas.openxmlformats.org/officeDocument/2006/relationships/image" Target="../media/image105.png"/><Relationship Id="rId63" Type="http://schemas.openxmlformats.org/officeDocument/2006/relationships/image" Target="../media/image126.png"/><Relationship Id="rId159" Type="http://schemas.openxmlformats.org/officeDocument/2006/relationships/image" Target="../media/image174.png"/><Relationship Id="rId324" Type="http://schemas.openxmlformats.org/officeDocument/2006/relationships/customXml" Target="../ink/ink252.xml"/><Relationship Id="rId170" Type="http://schemas.openxmlformats.org/officeDocument/2006/relationships/customXml" Target="../ink/ink175.xml"/><Relationship Id="rId226" Type="http://schemas.openxmlformats.org/officeDocument/2006/relationships/customXml" Target="../ink/ink203.xml"/><Relationship Id="rId268" Type="http://schemas.openxmlformats.org/officeDocument/2006/relationships/customXml" Target="../ink/ink224.xml"/><Relationship Id="rId32" Type="http://schemas.openxmlformats.org/officeDocument/2006/relationships/customXml" Target="../ink/ink106.xml"/><Relationship Id="rId74" Type="http://schemas.openxmlformats.org/officeDocument/2006/relationships/customXml" Target="../ink/ink127.xml"/><Relationship Id="rId128" Type="http://schemas.openxmlformats.org/officeDocument/2006/relationships/customXml" Target="../ink/ink154.xml"/><Relationship Id="rId335" Type="http://schemas.openxmlformats.org/officeDocument/2006/relationships/image" Target="../media/image262.png"/><Relationship Id="rId5" Type="http://schemas.openxmlformats.org/officeDocument/2006/relationships/image" Target="../media/image97.png"/><Relationship Id="rId181" Type="http://schemas.openxmlformats.org/officeDocument/2006/relationships/image" Target="../media/image185.png"/><Relationship Id="rId237" Type="http://schemas.openxmlformats.org/officeDocument/2006/relationships/image" Target="../media/image213.png"/><Relationship Id="rId279" Type="http://schemas.openxmlformats.org/officeDocument/2006/relationships/image" Target="../media/image234.png"/><Relationship Id="rId43" Type="http://schemas.openxmlformats.org/officeDocument/2006/relationships/image" Target="../media/image116.png"/><Relationship Id="rId139" Type="http://schemas.openxmlformats.org/officeDocument/2006/relationships/image" Target="../media/image164.png"/><Relationship Id="rId290" Type="http://schemas.openxmlformats.org/officeDocument/2006/relationships/customXml" Target="../ink/ink235.xml"/><Relationship Id="rId304" Type="http://schemas.openxmlformats.org/officeDocument/2006/relationships/customXml" Target="../ink/ink242.xml"/><Relationship Id="rId85" Type="http://schemas.openxmlformats.org/officeDocument/2006/relationships/image" Target="../media/image137.png"/><Relationship Id="rId150" Type="http://schemas.openxmlformats.org/officeDocument/2006/relationships/customXml" Target="../ink/ink165.xml"/><Relationship Id="rId192" Type="http://schemas.openxmlformats.org/officeDocument/2006/relationships/customXml" Target="../ink/ink186.xml"/><Relationship Id="rId206" Type="http://schemas.openxmlformats.org/officeDocument/2006/relationships/customXml" Target="../ink/ink193.xml"/><Relationship Id="rId248" Type="http://schemas.openxmlformats.org/officeDocument/2006/relationships/customXml" Target="../ink/ink214.xml"/><Relationship Id="rId12" Type="http://schemas.openxmlformats.org/officeDocument/2006/relationships/customXml" Target="../ink/ink96.xml"/><Relationship Id="rId108" Type="http://schemas.openxmlformats.org/officeDocument/2006/relationships/customXml" Target="../ink/ink144.xml"/><Relationship Id="rId315" Type="http://schemas.openxmlformats.org/officeDocument/2006/relationships/image" Target="../media/image252.png"/><Relationship Id="rId54" Type="http://schemas.openxmlformats.org/officeDocument/2006/relationships/customXml" Target="../ink/ink117.xml"/><Relationship Id="rId96" Type="http://schemas.openxmlformats.org/officeDocument/2006/relationships/customXml" Target="../ink/ink138.xml"/><Relationship Id="rId161" Type="http://schemas.openxmlformats.org/officeDocument/2006/relationships/image" Target="../media/image175.png"/><Relationship Id="rId217" Type="http://schemas.openxmlformats.org/officeDocument/2006/relationships/image" Target="../media/image203.png"/><Relationship Id="rId259" Type="http://schemas.openxmlformats.org/officeDocument/2006/relationships/image" Target="../media/image224.png"/><Relationship Id="rId23" Type="http://schemas.openxmlformats.org/officeDocument/2006/relationships/image" Target="../media/image106.png"/><Relationship Id="rId119" Type="http://schemas.openxmlformats.org/officeDocument/2006/relationships/image" Target="../media/image154.png"/><Relationship Id="rId270" Type="http://schemas.openxmlformats.org/officeDocument/2006/relationships/customXml" Target="../ink/ink225.xml"/><Relationship Id="rId326" Type="http://schemas.openxmlformats.org/officeDocument/2006/relationships/customXml" Target="../ink/ink253.xml"/><Relationship Id="rId65" Type="http://schemas.openxmlformats.org/officeDocument/2006/relationships/image" Target="../media/image127.png"/><Relationship Id="rId130" Type="http://schemas.openxmlformats.org/officeDocument/2006/relationships/customXml" Target="../ink/ink155.xml"/><Relationship Id="rId172" Type="http://schemas.openxmlformats.org/officeDocument/2006/relationships/customXml" Target="../ink/ink176.xml"/><Relationship Id="rId228" Type="http://schemas.openxmlformats.org/officeDocument/2006/relationships/customXml" Target="../ink/ink204.xml"/><Relationship Id="rId281" Type="http://schemas.openxmlformats.org/officeDocument/2006/relationships/image" Target="../media/image235.png"/><Relationship Id="rId34" Type="http://schemas.openxmlformats.org/officeDocument/2006/relationships/customXml" Target="../ink/ink107.xml"/><Relationship Id="rId76" Type="http://schemas.openxmlformats.org/officeDocument/2006/relationships/customXml" Target="../ink/ink128.xml"/><Relationship Id="rId141" Type="http://schemas.openxmlformats.org/officeDocument/2006/relationships/image" Target="../media/image165.png"/><Relationship Id="rId7" Type="http://schemas.openxmlformats.org/officeDocument/2006/relationships/image" Target="../media/image98.png"/><Relationship Id="rId183" Type="http://schemas.openxmlformats.org/officeDocument/2006/relationships/image" Target="../media/image186.png"/><Relationship Id="rId239" Type="http://schemas.openxmlformats.org/officeDocument/2006/relationships/image" Target="../media/image214.png"/><Relationship Id="rId250" Type="http://schemas.openxmlformats.org/officeDocument/2006/relationships/customXml" Target="../ink/ink215.xml"/><Relationship Id="rId292" Type="http://schemas.openxmlformats.org/officeDocument/2006/relationships/customXml" Target="../ink/ink236.xml"/><Relationship Id="rId306" Type="http://schemas.openxmlformats.org/officeDocument/2006/relationships/customXml" Target="../ink/ink243.xml"/><Relationship Id="rId24" Type="http://schemas.openxmlformats.org/officeDocument/2006/relationships/customXml" Target="../ink/ink102.xml"/><Relationship Id="rId45" Type="http://schemas.openxmlformats.org/officeDocument/2006/relationships/image" Target="../media/image117.png"/><Relationship Id="rId66" Type="http://schemas.openxmlformats.org/officeDocument/2006/relationships/customXml" Target="../ink/ink123.xml"/><Relationship Id="rId87" Type="http://schemas.openxmlformats.org/officeDocument/2006/relationships/image" Target="../media/image138.png"/><Relationship Id="rId110" Type="http://schemas.openxmlformats.org/officeDocument/2006/relationships/customXml" Target="../ink/ink145.xml"/><Relationship Id="rId131" Type="http://schemas.openxmlformats.org/officeDocument/2006/relationships/image" Target="../media/image160.png"/><Relationship Id="rId327" Type="http://schemas.openxmlformats.org/officeDocument/2006/relationships/image" Target="../media/image258.png"/><Relationship Id="rId152" Type="http://schemas.openxmlformats.org/officeDocument/2006/relationships/customXml" Target="../ink/ink166.xml"/><Relationship Id="rId173" Type="http://schemas.openxmlformats.org/officeDocument/2006/relationships/image" Target="../media/image181.png"/><Relationship Id="rId194" Type="http://schemas.openxmlformats.org/officeDocument/2006/relationships/customXml" Target="../ink/ink187.xml"/><Relationship Id="rId208" Type="http://schemas.openxmlformats.org/officeDocument/2006/relationships/customXml" Target="../ink/ink194.xml"/><Relationship Id="rId229" Type="http://schemas.openxmlformats.org/officeDocument/2006/relationships/image" Target="../media/image209.png"/><Relationship Id="rId240" Type="http://schemas.openxmlformats.org/officeDocument/2006/relationships/customXml" Target="../ink/ink210.xml"/><Relationship Id="rId261" Type="http://schemas.openxmlformats.org/officeDocument/2006/relationships/image" Target="../media/image225.png"/><Relationship Id="rId14" Type="http://schemas.openxmlformats.org/officeDocument/2006/relationships/customXml" Target="../ink/ink97.xml"/><Relationship Id="rId35" Type="http://schemas.openxmlformats.org/officeDocument/2006/relationships/image" Target="../media/image112.png"/><Relationship Id="rId56" Type="http://schemas.openxmlformats.org/officeDocument/2006/relationships/customXml" Target="../ink/ink118.xml"/><Relationship Id="rId77" Type="http://schemas.openxmlformats.org/officeDocument/2006/relationships/image" Target="../media/image133.png"/><Relationship Id="rId100" Type="http://schemas.openxmlformats.org/officeDocument/2006/relationships/customXml" Target="../ink/ink140.xml"/><Relationship Id="rId282" Type="http://schemas.openxmlformats.org/officeDocument/2006/relationships/customXml" Target="../ink/ink231.xml"/><Relationship Id="rId317" Type="http://schemas.openxmlformats.org/officeDocument/2006/relationships/image" Target="../media/image253.png"/><Relationship Id="rId8" Type="http://schemas.openxmlformats.org/officeDocument/2006/relationships/customXml" Target="../ink/ink94.xml"/><Relationship Id="rId98" Type="http://schemas.openxmlformats.org/officeDocument/2006/relationships/customXml" Target="../ink/ink139.xml"/><Relationship Id="rId121" Type="http://schemas.openxmlformats.org/officeDocument/2006/relationships/image" Target="../media/image155.png"/><Relationship Id="rId142" Type="http://schemas.openxmlformats.org/officeDocument/2006/relationships/customXml" Target="../ink/ink161.xml"/><Relationship Id="rId163" Type="http://schemas.openxmlformats.org/officeDocument/2006/relationships/image" Target="../media/image176.png"/><Relationship Id="rId184" Type="http://schemas.openxmlformats.org/officeDocument/2006/relationships/customXml" Target="../ink/ink182.xml"/><Relationship Id="rId219" Type="http://schemas.openxmlformats.org/officeDocument/2006/relationships/image" Target="../media/image204.png"/><Relationship Id="rId230" Type="http://schemas.openxmlformats.org/officeDocument/2006/relationships/customXml" Target="../ink/ink205.xml"/><Relationship Id="rId251" Type="http://schemas.openxmlformats.org/officeDocument/2006/relationships/image" Target="../media/image220.png"/><Relationship Id="rId25" Type="http://schemas.openxmlformats.org/officeDocument/2006/relationships/image" Target="../media/image107.png"/><Relationship Id="rId46" Type="http://schemas.openxmlformats.org/officeDocument/2006/relationships/customXml" Target="../ink/ink113.xml"/><Relationship Id="rId67" Type="http://schemas.openxmlformats.org/officeDocument/2006/relationships/image" Target="../media/image128.png"/><Relationship Id="rId272" Type="http://schemas.openxmlformats.org/officeDocument/2006/relationships/customXml" Target="../ink/ink226.xml"/><Relationship Id="rId293" Type="http://schemas.openxmlformats.org/officeDocument/2006/relationships/image" Target="../media/image241.png"/><Relationship Id="rId307" Type="http://schemas.openxmlformats.org/officeDocument/2006/relationships/image" Target="../media/image248.png"/><Relationship Id="rId328" Type="http://schemas.openxmlformats.org/officeDocument/2006/relationships/customXml" Target="../ink/ink254.xml"/><Relationship Id="rId88" Type="http://schemas.openxmlformats.org/officeDocument/2006/relationships/customXml" Target="../ink/ink134.xml"/><Relationship Id="rId111" Type="http://schemas.openxmlformats.org/officeDocument/2006/relationships/image" Target="../media/image150.png"/><Relationship Id="rId132" Type="http://schemas.openxmlformats.org/officeDocument/2006/relationships/customXml" Target="../ink/ink156.xml"/><Relationship Id="rId153" Type="http://schemas.openxmlformats.org/officeDocument/2006/relationships/image" Target="../media/image171.png"/><Relationship Id="rId174" Type="http://schemas.openxmlformats.org/officeDocument/2006/relationships/customXml" Target="../ink/ink177.xml"/><Relationship Id="rId195" Type="http://schemas.openxmlformats.org/officeDocument/2006/relationships/image" Target="../media/image192.png"/><Relationship Id="rId209" Type="http://schemas.openxmlformats.org/officeDocument/2006/relationships/image" Target="../media/image199.png"/><Relationship Id="rId220" Type="http://schemas.openxmlformats.org/officeDocument/2006/relationships/customXml" Target="../ink/ink200.xml"/><Relationship Id="rId241" Type="http://schemas.openxmlformats.org/officeDocument/2006/relationships/image" Target="../media/image215.png"/><Relationship Id="rId15" Type="http://schemas.openxmlformats.org/officeDocument/2006/relationships/image" Target="../media/image102.png"/><Relationship Id="rId36" Type="http://schemas.openxmlformats.org/officeDocument/2006/relationships/customXml" Target="../ink/ink108.xml"/><Relationship Id="rId57" Type="http://schemas.openxmlformats.org/officeDocument/2006/relationships/image" Target="../media/image123.png"/><Relationship Id="rId262" Type="http://schemas.openxmlformats.org/officeDocument/2006/relationships/customXml" Target="../ink/ink221.xml"/><Relationship Id="rId283" Type="http://schemas.openxmlformats.org/officeDocument/2006/relationships/image" Target="../media/image236.png"/><Relationship Id="rId318" Type="http://schemas.openxmlformats.org/officeDocument/2006/relationships/customXml" Target="../ink/ink249.xml"/><Relationship Id="rId78" Type="http://schemas.openxmlformats.org/officeDocument/2006/relationships/customXml" Target="../ink/ink129.xml"/><Relationship Id="rId99" Type="http://schemas.openxmlformats.org/officeDocument/2006/relationships/image" Target="../media/image144.png"/><Relationship Id="rId101" Type="http://schemas.openxmlformats.org/officeDocument/2006/relationships/image" Target="../media/image145.png"/><Relationship Id="rId122" Type="http://schemas.openxmlformats.org/officeDocument/2006/relationships/customXml" Target="../ink/ink151.xml"/><Relationship Id="rId143" Type="http://schemas.openxmlformats.org/officeDocument/2006/relationships/image" Target="../media/image166.png"/><Relationship Id="rId164" Type="http://schemas.openxmlformats.org/officeDocument/2006/relationships/customXml" Target="../ink/ink172.xml"/><Relationship Id="rId185" Type="http://schemas.openxmlformats.org/officeDocument/2006/relationships/image" Target="../media/image187.png"/><Relationship Id="rId9" Type="http://schemas.openxmlformats.org/officeDocument/2006/relationships/image" Target="../media/image99.png"/><Relationship Id="rId210" Type="http://schemas.openxmlformats.org/officeDocument/2006/relationships/customXml" Target="../ink/ink195.xml"/><Relationship Id="rId26" Type="http://schemas.openxmlformats.org/officeDocument/2006/relationships/customXml" Target="../ink/ink103.xml"/><Relationship Id="rId231" Type="http://schemas.openxmlformats.org/officeDocument/2006/relationships/image" Target="../media/image210.png"/><Relationship Id="rId252" Type="http://schemas.openxmlformats.org/officeDocument/2006/relationships/customXml" Target="../ink/ink216.xml"/><Relationship Id="rId273" Type="http://schemas.openxmlformats.org/officeDocument/2006/relationships/image" Target="../media/image231.png"/><Relationship Id="rId294" Type="http://schemas.openxmlformats.org/officeDocument/2006/relationships/customXml" Target="../ink/ink237.xml"/><Relationship Id="rId308" Type="http://schemas.openxmlformats.org/officeDocument/2006/relationships/customXml" Target="../ink/ink244.xml"/><Relationship Id="rId329" Type="http://schemas.openxmlformats.org/officeDocument/2006/relationships/image" Target="../media/image259.png"/><Relationship Id="rId47" Type="http://schemas.openxmlformats.org/officeDocument/2006/relationships/image" Target="../media/image118.png"/><Relationship Id="rId68" Type="http://schemas.openxmlformats.org/officeDocument/2006/relationships/customXml" Target="../ink/ink124.xml"/><Relationship Id="rId89" Type="http://schemas.openxmlformats.org/officeDocument/2006/relationships/image" Target="../media/image139.png"/><Relationship Id="rId112" Type="http://schemas.openxmlformats.org/officeDocument/2006/relationships/customXml" Target="../ink/ink146.xml"/><Relationship Id="rId133" Type="http://schemas.openxmlformats.org/officeDocument/2006/relationships/image" Target="../media/image161.png"/><Relationship Id="rId154" Type="http://schemas.openxmlformats.org/officeDocument/2006/relationships/customXml" Target="../ink/ink167.xml"/><Relationship Id="rId175" Type="http://schemas.openxmlformats.org/officeDocument/2006/relationships/image" Target="../media/image182.png"/><Relationship Id="rId196" Type="http://schemas.openxmlformats.org/officeDocument/2006/relationships/customXml" Target="../ink/ink188.xml"/><Relationship Id="rId200" Type="http://schemas.openxmlformats.org/officeDocument/2006/relationships/customXml" Target="../ink/ink190.xml"/><Relationship Id="rId16" Type="http://schemas.openxmlformats.org/officeDocument/2006/relationships/customXml" Target="../ink/ink98.xml"/><Relationship Id="rId221" Type="http://schemas.openxmlformats.org/officeDocument/2006/relationships/image" Target="../media/image205.png"/><Relationship Id="rId242" Type="http://schemas.openxmlformats.org/officeDocument/2006/relationships/customXml" Target="../ink/ink211.xml"/><Relationship Id="rId263" Type="http://schemas.openxmlformats.org/officeDocument/2006/relationships/image" Target="../media/image226.png"/><Relationship Id="rId284" Type="http://schemas.openxmlformats.org/officeDocument/2006/relationships/customXml" Target="../ink/ink232.xml"/><Relationship Id="rId319" Type="http://schemas.openxmlformats.org/officeDocument/2006/relationships/image" Target="../media/image254.png"/><Relationship Id="rId37" Type="http://schemas.openxmlformats.org/officeDocument/2006/relationships/image" Target="../media/image113.png"/><Relationship Id="rId58" Type="http://schemas.openxmlformats.org/officeDocument/2006/relationships/customXml" Target="../ink/ink119.xml"/><Relationship Id="rId79" Type="http://schemas.openxmlformats.org/officeDocument/2006/relationships/image" Target="../media/image134.png"/><Relationship Id="rId102" Type="http://schemas.openxmlformats.org/officeDocument/2006/relationships/customXml" Target="../ink/ink141.xml"/><Relationship Id="rId123" Type="http://schemas.openxmlformats.org/officeDocument/2006/relationships/image" Target="../media/image156.png"/><Relationship Id="rId144" Type="http://schemas.openxmlformats.org/officeDocument/2006/relationships/customXml" Target="../ink/ink162.xml"/><Relationship Id="rId330" Type="http://schemas.openxmlformats.org/officeDocument/2006/relationships/customXml" Target="../ink/ink255.xml"/><Relationship Id="rId90" Type="http://schemas.openxmlformats.org/officeDocument/2006/relationships/customXml" Target="../ink/ink135.xml"/><Relationship Id="rId165" Type="http://schemas.openxmlformats.org/officeDocument/2006/relationships/image" Target="../media/image177.png"/><Relationship Id="rId186" Type="http://schemas.openxmlformats.org/officeDocument/2006/relationships/customXml" Target="../ink/ink183.xml"/><Relationship Id="rId211" Type="http://schemas.openxmlformats.org/officeDocument/2006/relationships/image" Target="../media/image200.png"/><Relationship Id="rId232" Type="http://schemas.openxmlformats.org/officeDocument/2006/relationships/customXml" Target="../ink/ink206.xml"/><Relationship Id="rId253" Type="http://schemas.openxmlformats.org/officeDocument/2006/relationships/image" Target="../media/image221.png"/><Relationship Id="rId274" Type="http://schemas.openxmlformats.org/officeDocument/2006/relationships/customXml" Target="../ink/ink227.xml"/><Relationship Id="rId295" Type="http://schemas.openxmlformats.org/officeDocument/2006/relationships/image" Target="../media/image242.png"/><Relationship Id="rId309" Type="http://schemas.openxmlformats.org/officeDocument/2006/relationships/image" Target="../media/image249.png"/><Relationship Id="rId27" Type="http://schemas.openxmlformats.org/officeDocument/2006/relationships/image" Target="../media/image108.png"/><Relationship Id="rId48" Type="http://schemas.openxmlformats.org/officeDocument/2006/relationships/customXml" Target="../ink/ink114.xml"/><Relationship Id="rId69" Type="http://schemas.openxmlformats.org/officeDocument/2006/relationships/image" Target="../media/image129.png"/><Relationship Id="rId113" Type="http://schemas.openxmlformats.org/officeDocument/2006/relationships/image" Target="../media/image151.png"/><Relationship Id="rId134" Type="http://schemas.openxmlformats.org/officeDocument/2006/relationships/customXml" Target="../ink/ink157.xml"/><Relationship Id="rId320" Type="http://schemas.openxmlformats.org/officeDocument/2006/relationships/customXml" Target="../ink/ink250.xml"/><Relationship Id="rId80" Type="http://schemas.openxmlformats.org/officeDocument/2006/relationships/customXml" Target="../ink/ink130.xml"/><Relationship Id="rId155" Type="http://schemas.openxmlformats.org/officeDocument/2006/relationships/image" Target="../media/image172.png"/><Relationship Id="rId176" Type="http://schemas.openxmlformats.org/officeDocument/2006/relationships/customXml" Target="../ink/ink178.xml"/><Relationship Id="rId197" Type="http://schemas.openxmlformats.org/officeDocument/2006/relationships/image" Target="../media/image193.png"/><Relationship Id="rId201" Type="http://schemas.openxmlformats.org/officeDocument/2006/relationships/image" Target="../media/image195.png"/><Relationship Id="rId222" Type="http://schemas.openxmlformats.org/officeDocument/2006/relationships/customXml" Target="../ink/ink201.xml"/><Relationship Id="rId243" Type="http://schemas.openxmlformats.org/officeDocument/2006/relationships/image" Target="../media/image216.png"/><Relationship Id="rId264" Type="http://schemas.openxmlformats.org/officeDocument/2006/relationships/customXml" Target="../ink/ink222.xml"/><Relationship Id="rId285" Type="http://schemas.openxmlformats.org/officeDocument/2006/relationships/image" Target="../media/image237.png"/><Relationship Id="rId17" Type="http://schemas.openxmlformats.org/officeDocument/2006/relationships/image" Target="../media/image103.png"/><Relationship Id="rId38" Type="http://schemas.openxmlformats.org/officeDocument/2006/relationships/customXml" Target="../ink/ink109.xml"/><Relationship Id="rId59" Type="http://schemas.openxmlformats.org/officeDocument/2006/relationships/image" Target="../media/image124.png"/><Relationship Id="rId103" Type="http://schemas.openxmlformats.org/officeDocument/2006/relationships/image" Target="../media/image146.png"/><Relationship Id="rId124" Type="http://schemas.openxmlformats.org/officeDocument/2006/relationships/customXml" Target="../ink/ink152.xml"/><Relationship Id="rId310" Type="http://schemas.openxmlformats.org/officeDocument/2006/relationships/customXml" Target="../ink/ink245.xml"/><Relationship Id="rId70" Type="http://schemas.openxmlformats.org/officeDocument/2006/relationships/customXml" Target="../ink/ink125.xml"/><Relationship Id="rId91" Type="http://schemas.openxmlformats.org/officeDocument/2006/relationships/image" Target="../media/image140.png"/><Relationship Id="rId145" Type="http://schemas.openxmlformats.org/officeDocument/2006/relationships/image" Target="../media/image167.png"/><Relationship Id="rId166" Type="http://schemas.openxmlformats.org/officeDocument/2006/relationships/customXml" Target="../ink/ink173.xml"/><Relationship Id="rId187" Type="http://schemas.openxmlformats.org/officeDocument/2006/relationships/image" Target="../media/image188.png"/><Relationship Id="rId331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6.xml"/><Relationship Id="rId233" Type="http://schemas.openxmlformats.org/officeDocument/2006/relationships/image" Target="../media/image211.png"/><Relationship Id="rId254" Type="http://schemas.openxmlformats.org/officeDocument/2006/relationships/customXml" Target="../ink/ink217.xml"/><Relationship Id="rId28" Type="http://schemas.openxmlformats.org/officeDocument/2006/relationships/customXml" Target="../ink/ink104.xml"/><Relationship Id="rId49" Type="http://schemas.openxmlformats.org/officeDocument/2006/relationships/image" Target="../media/image119.png"/><Relationship Id="rId114" Type="http://schemas.openxmlformats.org/officeDocument/2006/relationships/customXml" Target="../ink/ink147.xml"/><Relationship Id="rId275" Type="http://schemas.openxmlformats.org/officeDocument/2006/relationships/image" Target="../media/image232.png"/><Relationship Id="rId296" Type="http://schemas.openxmlformats.org/officeDocument/2006/relationships/customXml" Target="../ink/ink238.xml"/><Relationship Id="rId300" Type="http://schemas.openxmlformats.org/officeDocument/2006/relationships/customXml" Target="../ink/ink240.xml"/><Relationship Id="rId60" Type="http://schemas.openxmlformats.org/officeDocument/2006/relationships/customXml" Target="../ink/ink120.xml"/><Relationship Id="rId81" Type="http://schemas.openxmlformats.org/officeDocument/2006/relationships/image" Target="../media/image135.png"/><Relationship Id="rId135" Type="http://schemas.openxmlformats.org/officeDocument/2006/relationships/image" Target="../media/image162.png"/><Relationship Id="rId156" Type="http://schemas.openxmlformats.org/officeDocument/2006/relationships/customXml" Target="../ink/ink168.xml"/><Relationship Id="rId177" Type="http://schemas.openxmlformats.org/officeDocument/2006/relationships/image" Target="../media/image183.png"/><Relationship Id="rId198" Type="http://schemas.openxmlformats.org/officeDocument/2006/relationships/customXml" Target="../ink/ink189.xml"/><Relationship Id="rId321" Type="http://schemas.openxmlformats.org/officeDocument/2006/relationships/image" Target="../media/image255.png"/><Relationship Id="rId202" Type="http://schemas.openxmlformats.org/officeDocument/2006/relationships/customXml" Target="../ink/ink191.xml"/><Relationship Id="rId223" Type="http://schemas.openxmlformats.org/officeDocument/2006/relationships/image" Target="../media/image206.png"/><Relationship Id="rId244" Type="http://schemas.openxmlformats.org/officeDocument/2006/relationships/customXml" Target="../ink/ink212.xml"/><Relationship Id="rId18" Type="http://schemas.openxmlformats.org/officeDocument/2006/relationships/customXml" Target="../ink/ink99.xml"/><Relationship Id="rId39" Type="http://schemas.openxmlformats.org/officeDocument/2006/relationships/image" Target="../media/image114.png"/><Relationship Id="rId265" Type="http://schemas.openxmlformats.org/officeDocument/2006/relationships/image" Target="../media/image227.png"/><Relationship Id="rId286" Type="http://schemas.openxmlformats.org/officeDocument/2006/relationships/customXml" Target="../ink/ink233.xml"/><Relationship Id="rId50" Type="http://schemas.openxmlformats.org/officeDocument/2006/relationships/customXml" Target="../ink/ink115.xml"/><Relationship Id="rId104" Type="http://schemas.openxmlformats.org/officeDocument/2006/relationships/customXml" Target="../ink/ink142.xml"/><Relationship Id="rId125" Type="http://schemas.openxmlformats.org/officeDocument/2006/relationships/image" Target="../media/image157.png"/><Relationship Id="rId146" Type="http://schemas.openxmlformats.org/officeDocument/2006/relationships/customXml" Target="../ink/ink163.xml"/><Relationship Id="rId167" Type="http://schemas.openxmlformats.org/officeDocument/2006/relationships/image" Target="../media/image178.png"/><Relationship Id="rId188" Type="http://schemas.openxmlformats.org/officeDocument/2006/relationships/customXml" Target="../ink/ink184.xml"/><Relationship Id="rId311" Type="http://schemas.openxmlformats.org/officeDocument/2006/relationships/image" Target="../media/image250.png"/><Relationship Id="rId332" Type="http://schemas.openxmlformats.org/officeDocument/2006/relationships/customXml" Target="../ink/ink256.xml"/><Relationship Id="rId71" Type="http://schemas.openxmlformats.org/officeDocument/2006/relationships/image" Target="../media/image130.png"/><Relationship Id="rId92" Type="http://schemas.openxmlformats.org/officeDocument/2006/relationships/customXml" Target="../ink/ink136.xml"/><Relationship Id="rId213" Type="http://schemas.openxmlformats.org/officeDocument/2006/relationships/image" Target="../media/image201.png"/><Relationship Id="rId234" Type="http://schemas.openxmlformats.org/officeDocument/2006/relationships/customXml" Target="../ink/ink207.xml"/><Relationship Id="rId2" Type="http://schemas.openxmlformats.org/officeDocument/2006/relationships/customXml" Target="../ink/ink91.xml"/><Relationship Id="rId29" Type="http://schemas.openxmlformats.org/officeDocument/2006/relationships/image" Target="../media/image109.png"/><Relationship Id="rId255" Type="http://schemas.openxmlformats.org/officeDocument/2006/relationships/image" Target="../media/image222.png"/><Relationship Id="rId276" Type="http://schemas.openxmlformats.org/officeDocument/2006/relationships/customXml" Target="../ink/ink228.xml"/><Relationship Id="rId297" Type="http://schemas.openxmlformats.org/officeDocument/2006/relationships/image" Target="../media/image243.png"/><Relationship Id="rId40" Type="http://schemas.openxmlformats.org/officeDocument/2006/relationships/customXml" Target="../ink/ink110.xml"/><Relationship Id="rId115" Type="http://schemas.openxmlformats.org/officeDocument/2006/relationships/image" Target="../media/image152.png"/><Relationship Id="rId136" Type="http://schemas.openxmlformats.org/officeDocument/2006/relationships/customXml" Target="../ink/ink158.xml"/><Relationship Id="rId157" Type="http://schemas.openxmlformats.org/officeDocument/2006/relationships/image" Target="../media/image173.png"/><Relationship Id="rId178" Type="http://schemas.openxmlformats.org/officeDocument/2006/relationships/customXml" Target="../ink/ink179.xml"/><Relationship Id="rId301" Type="http://schemas.openxmlformats.org/officeDocument/2006/relationships/image" Target="../media/image245.png"/><Relationship Id="rId322" Type="http://schemas.openxmlformats.org/officeDocument/2006/relationships/customXml" Target="../ink/ink251.xml"/><Relationship Id="rId61" Type="http://schemas.openxmlformats.org/officeDocument/2006/relationships/image" Target="../media/image125.png"/><Relationship Id="rId82" Type="http://schemas.openxmlformats.org/officeDocument/2006/relationships/customXml" Target="../ink/ink131.xml"/><Relationship Id="rId199" Type="http://schemas.openxmlformats.org/officeDocument/2006/relationships/image" Target="../media/image194.png"/><Relationship Id="rId203" Type="http://schemas.openxmlformats.org/officeDocument/2006/relationships/image" Target="../media/image196.png"/><Relationship Id="rId19" Type="http://schemas.openxmlformats.org/officeDocument/2006/relationships/image" Target="../media/image104.png"/><Relationship Id="rId224" Type="http://schemas.openxmlformats.org/officeDocument/2006/relationships/customXml" Target="../ink/ink202.xml"/><Relationship Id="rId245" Type="http://schemas.openxmlformats.org/officeDocument/2006/relationships/image" Target="../media/image217.png"/><Relationship Id="rId266" Type="http://schemas.openxmlformats.org/officeDocument/2006/relationships/customXml" Target="../ink/ink223.xml"/><Relationship Id="rId287" Type="http://schemas.openxmlformats.org/officeDocument/2006/relationships/image" Target="../media/image238.png"/><Relationship Id="rId30" Type="http://schemas.openxmlformats.org/officeDocument/2006/relationships/customXml" Target="../ink/ink105.xml"/><Relationship Id="rId105" Type="http://schemas.openxmlformats.org/officeDocument/2006/relationships/image" Target="../media/image147.png"/><Relationship Id="rId126" Type="http://schemas.openxmlformats.org/officeDocument/2006/relationships/customXml" Target="../ink/ink153.xml"/><Relationship Id="rId147" Type="http://schemas.openxmlformats.org/officeDocument/2006/relationships/image" Target="../media/image168.png"/><Relationship Id="rId168" Type="http://schemas.openxmlformats.org/officeDocument/2006/relationships/customXml" Target="../ink/ink174.xml"/><Relationship Id="rId312" Type="http://schemas.openxmlformats.org/officeDocument/2006/relationships/customXml" Target="../ink/ink246.xml"/><Relationship Id="rId333" Type="http://schemas.openxmlformats.org/officeDocument/2006/relationships/image" Target="../media/image261.png"/><Relationship Id="rId51" Type="http://schemas.openxmlformats.org/officeDocument/2006/relationships/image" Target="../media/image120.png"/><Relationship Id="rId72" Type="http://schemas.openxmlformats.org/officeDocument/2006/relationships/customXml" Target="../ink/ink126.xml"/><Relationship Id="rId93" Type="http://schemas.openxmlformats.org/officeDocument/2006/relationships/image" Target="../media/image141.png"/><Relationship Id="rId189" Type="http://schemas.openxmlformats.org/officeDocument/2006/relationships/image" Target="../media/image189.png"/><Relationship Id="rId3" Type="http://schemas.openxmlformats.org/officeDocument/2006/relationships/image" Target="../media/image96.png"/><Relationship Id="rId214" Type="http://schemas.openxmlformats.org/officeDocument/2006/relationships/customXml" Target="../ink/ink197.xml"/><Relationship Id="rId235" Type="http://schemas.openxmlformats.org/officeDocument/2006/relationships/image" Target="../media/image212.png"/><Relationship Id="rId256" Type="http://schemas.openxmlformats.org/officeDocument/2006/relationships/customXml" Target="../ink/ink218.xml"/><Relationship Id="rId277" Type="http://schemas.openxmlformats.org/officeDocument/2006/relationships/image" Target="../media/image233.png"/><Relationship Id="rId298" Type="http://schemas.openxmlformats.org/officeDocument/2006/relationships/customXml" Target="../ink/ink239.xml"/><Relationship Id="rId116" Type="http://schemas.openxmlformats.org/officeDocument/2006/relationships/customXml" Target="../ink/ink148.xml"/><Relationship Id="rId137" Type="http://schemas.openxmlformats.org/officeDocument/2006/relationships/image" Target="../media/image163.png"/><Relationship Id="rId158" Type="http://schemas.openxmlformats.org/officeDocument/2006/relationships/customXml" Target="../ink/ink169.xml"/><Relationship Id="rId302" Type="http://schemas.openxmlformats.org/officeDocument/2006/relationships/customXml" Target="../ink/ink241.xml"/><Relationship Id="rId323" Type="http://schemas.openxmlformats.org/officeDocument/2006/relationships/image" Target="../media/image256.png"/><Relationship Id="rId20" Type="http://schemas.openxmlformats.org/officeDocument/2006/relationships/customXml" Target="../ink/ink100.xml"/><Relationship Id="rId41" Type="http://schemas.openxmlformats.org/officeDocument/2006/relationships/image" Target="../media/image115.png"/><Relationship Id="rId62" Type="http://schemas.openxmlformats.org/officeDocument/2006/relationships/customXml" Target="../ink/ink121.xml"/><Relationship Id="rId83" Type="http://schemas.openxmlformats.org/officeDocument/2006/relationships/image" Target="../media/image136.png"/><Relationship Id="rId179" Type="http://schemas.openxmlformats.org/officeDocument/2006/relationships/image" Target="../media/image184.png"/><Relationship Id="rId190" Type="http://schemas.openxmlformats.org/officeDocument/2006/relationships/customXml" Target="../ink/ink185.xml"/><Relationship Id="rId204" Type="http://schemas.openxmlformats.org/officeDocument/2006/relationships/customXml" Target="../ink/ink192.xml"/><Relationship Id="rId225" Type="http://schemas.openxmlformats.org/officeDocument/2006/relationships/image" Target="../media/image207.png"/><Relationship Id="rId246" Type="http://schemas.openxmlformats.org/officeDocument/2006/relationships/customXml" Target="../ink/ink213.xml"/><Relationship Id="rId267" Type="http://schemas.openxmlformats.org/officeDocument/2006/relationships/image" Target="../media/image228.png"/><Relationship Id="rId288" Type="http://schemas.openxmlformats.org/officeDocument/2006/relationships/customXml" Target="../ink/ink234.xml"/><Relationship Id="rId106" Type="http://schemas.openxmlformats.org/officeDocument/2006/relationships/customXml" Target="../ink/ink143.xml"/><Relationship Id="rId127" Type="http://schemas.openxmlformats.org/officeDocument/2006/relationships/image" Target="../media/image158.png"/><Relationship Id="rId313" Type="http://schemas.openxmlformats.org/officeDocument/2006/relationships/image" Target="../media/image251.png"/><Relationship Id="rId10" Type="http://schemas.openxmlformats.org/officeDocument/2006/relationships/customXml" Target="../ink/ink95.xml"/><Relationship Id="rId31" Type="http://schemas.openxmlformats.org/officeDocument/2006/relationships/image" Target="../media/image110.png"/><Relationship Id="rId52" Type="http://schemas.openxmlformats.org/officeDocument/2006/relationships/customXml" Target="../ink/ink116.xml"/><Relationship Id="rId73" Type="http://schemas.openxmlformats.org/officeDocument/2006/relationships/image" Target="../media/image131.png"/><Relationship Id="rId94" Type="http://schemas.openxmlformats.org/officeDocument/2006/relationships/customXml" Target="../ink/ink137.xml"/><Relationship Id="rId148" Type="http://schemas.openxmlformats.org/officeDocument/2006/relationships/customXml" Target="../ink/ink164.xml"/><Relationship Id="rId169" Type="http://schemas.openxmlformats.org/officeDocument/2006/relationships/image" Target="../media/image179.png"/><Relationship Id="rId334" Type="http://schemas.openxmlformats.org/officeDocument/2006/relationships/customXml" Target="../ink/ink257.xml"/><Relationship Id="rId4" Type="http://schemas.openxmlformats.org/officeDocument/2006/relationships/customXml" Target="../ink/ink92.xml"/><Relationship Id="rId180" Type="http://schemas.openxmlformats.org/officeDocument/2006/relationships/customXml" Target="../ink/ink180.xml"/><Relationship Id="rId215" Type="http://schemas.openxmlformats.org/officeDocument/2006/relationships/image" Target="../media/image202.png"/><Relationship Id="rId236" Type="http://schemas.openxmlformats.org/officeDocument/2006/relationships/customXml" Target="../ink/ink208.xml"/><Relationship Id="rId257" Type="http://schemas.openxmlformats.org/officeDocument/2006/relationships/image" Target="../media/image223.png"/><Relationship Id="rId278" Type="http://schemas.openxmlformats.org/officeDocument/2006/relationships/customXml" Target="../ink/ink229.xml"/><Relationship Id="rId303" Type="http://schemas.openxmlformats.org/officeDocument/2006/relationships/image" Target="../media/image246.png"/><Relationship Id="rId42" Type="http://schemas.openxmlformats.org/officeDocument/2006/relationships/customXml" Target="../ink/ink111.xml"/><Relationship Id="rId84" Type="http://schemas.openxmlformats.org/officeDocument/2006/relationships/customXml" Target="../ink/ink132.xml"/><Relationship Id="rId138" Type="http://schemas.openxmlformats.org/officeDocument/2006/relationships/customXml" Target="../ink/ink159.xml"/><Relationship Id="rId191" Type="http://schemas.openxmlformats.org/officeDocument/2006/relationships/image" Target="../media/image190.png"/><Relationship Id="rId205" Type="http://schemas.openxmlformats.org/officeDocument/2006/relationships/image" Target="../media/image197.png"/><Relationship Id="rId247" Type="http://schemas.openxmlformats.org/officeDocument/2006/relationships/image" Target="../media/image218.png"/><Relationship Id="rId107" Type="http://schemas.openxmlformats.org/officeDocument/2006/relationships/image" Target="../media/image148.png"/><Relationship Id="rId289" Type="http://schemas.openxmlformats.org/officeDocument/2006/relationships/image" Target="../media/image239.png"/><Relationship Id="rId11" Type="http://schemas.openxmlformats.org/officeDocument/2006/relationships/image" Target="../media/image100.png"/><Relationship Id="rId53" Type="http://schemas.openxmlformats.org/officeDocument/2006/relationships/image" Target="../media/image121.png"/><Relationship Id="rId149" Type="http://schemas.openxmlformats.org/officeDocument/2006/relationships/image" Target="../media/image169.png"/><Relationship Id="rId314" Type="http://schemas.openxmlformats.org/officeDocument/2006/relationships/customXml" Target="../ink/ink247.xml"/><Relationship Id="rId95" Type="http://schemas.openxmlformats.org/officeDocument/2006/relationships/image" Target="../media/image142.png"/><Relationship Id="rId160" Type="http://schemas.openxmlformats.org/officeDocument/2006/relationships/customXml" Target="../ink/ink170.xml"/><Relationship Id="rId216" Type="http://schemas.openxmlformats.org/officeDocument/2006/relationships/customXml" Target="../ink/ink198.xml"/><Relationship Id="rId258" Type="http://schemas.openxmlformats.org/officeDocument/2006/relationships/customXml" Target="../ink/ink219.xml"/><Relationship Id="rId22" Type="http://schemas.openxmlformats.org/officeDocument/2006/relationships/customXml" Target="../ink/ink101.xml"/><Relationship Id="rId64" Type="http://schemas.openxmlformats.org/officeDocument/2006/relationships/customXml" Target="../ink/ink122.xml"/><Relationship Id="rId118" Type="http://schemas.openxmlformats.org/officeDocument/2006/relationships/customXml" Target="../ink/ink149.xml"/><Relationship Id="rId325" Type="http://schemas.openxmlformats.org/officeDocument/2006/relationships/image" Target="../media/image257.png"/><Relationship Id="rId171" Type="http://schemas.openxmlformats.org/officeDocument/2006/relationships/image" Target="../media/image180.png"/><Relationship Id="rId227" Type="http://schemas.openxmlformats.org/officeDocument/2006/relationships/image" Target="../media/image208.png"/><Relationship Id="rId269" Type="http://schemas.openxmlformats.org/officeDocument/2006/relationships/image" Target="../media/image229.png"/><Relationship Id="rId33" Type="http://schemas.openxmlformats.org/officeDocument/2006/relationships/image" Target="../media/image111.png"/><Relationship Id="rId129" Type="http://schemas.openxmlformats.org/officeDocument/2006/relationships/image" Target="../media/image159.png"/><Relationship Id="rId280" Type="http://schemas.openxmlformats.org/officeDocument/2006/relationships/customXml" Target="../ink/ink230.xml"/><Relationship Id="rId75" Type="http://schemas.openxmlformats.org/officeDocument/2006/relationships/image" Target="../media/image132.png"/><Relationship Id="rId140" Type="http://schemas.openxmlformats.org/officeDocument/2006/relationships/customXml" Target="../ink/ink160.xml"/><Relationship Id="rId182" Type="http://schemas.openxmlformats.org/officeDocument/2006/relationships/customXml" Target="../ink/ink181.xml"/><Relationship Id="rId6" Type="http://schemas.openxmlformats.org/officeDocument/2006/relationships/customXml" Target="../ink/ink93.xml"/><Relationship Id="rId238" Type="http://schemas.openxmlformats.org/officeDocument/2006/relationships/customXml" Target="../ink/ink209.xml"/><Relationship Id="rId291" Type="http://schemas.openxmlformats.org/officeDocument/2006/relationships/image" Target="../media/image240.png"/><Relationship Id="rId305" Type="http://schemas.openxmlformats.org/officeDocument/2006/relationships/image" Target="../media/image247.png"/><Relationship Id="rId44" Type="http://schemas.openxmlformats.org/officeDocument/2006/relationships/customXml" Target="../ink/ink112.xml"/><Relationship Id="rId86" Type="http://schemas.openxmlformats.org/officeDocument/2006/relationships/customXml" Target="../ink/ink133.xml"/><Relationship Id="rId151" Type="http://schemas.openxmlformats.org/officeDocument/2006/relationships/image" Target="../media/image170.png"/><Relationship Id="rId193" Type="http://schemas.openxmlformats.org/officeDocument/2006/relationships/image" Target="../media/image191.png"/><Relationship Id="rId207" Type="http://schemas.openxmlformats.org/officeDocument/2006/relationships/image" Target="../media/image198.png"/><Relationship Id="rId249" Type="http://schemas.openxmlformats.org/officeDocument/2006/relationships/image" Target="../media/image219.png"/><Relationship Id="rId13" Type="http://schemas.openxmlformats.org/officeDocument/2006/relationships/image" Target="../media/image101.png"/><Relationship Id="rId109" Type="http://schemas.openxmlformats.org/officeDocument/2006/relationships/image" Target="../media/image149.png"/><Relationship Id="rId260" Type="http://schemas.openxmlformats.org/officeDocument/2006/relationships/customXml" Target="../ink/ink220.xml"/><Relationship Id="rId316" Type="http://schemas.openxmlformats.org/officeDocument/2006/relationships/customXml" Target="../ink/ink248.xml"/><Relationship Id="rId55" Type="http://schemas.openxmlformats.org/officeDocument/2006/relationships/image" Target="../media/image122.png"/><Relationship Id="rId97" Type="http://schemas.openxmlformats.org/officeDocument/2006/relationships/image" Target="../media/image143.png"/><Relationship Id="rId120" Type="http://schemas.openxmlformats.org/officeDocument/2006/relationships/customXml" Target="../ink/ink150.xml"/><Relationship Id="rId162" Type="http://schemas.openxmlformats.org/officeDocument/2006/relationships/customXml" Target="../ink/ink171.xml"/><Relationship Id="rId218" Type="http://schemas.openxmlformats.org/officeDocument/2006/relationships/customXml" Target="../ink/ink199.xml"/><Relationship Id="rId271" Type="http://schemas.openxmlformats.org/officeDocument/2006/relationships/image" Target="../media/image230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0.xml"/><Relationship Id="rId21" Type="http://schemas.openxmlformats.org/officeDocument/2006/relationships/image" Target="../media/image272.png"/><Relationship Id="rId42" Type="http://schemas.openxmlformats.org/officeDocument/2006/relationships/customXml" Target="../ink/ink278.xml"/><Relationship Id="rId47" Type="http://schemas.openxmlformats.org/officeDocument/2006/relationships/image" Target="../media/image285.png"/><Relationship Id="rId63" Type="http://schemas.openxmlformats.org/officeDocument/2006/relationships/image" Target="../media/image293.png"/><Relationship Id="rId68" Type="http://schemas.openxmlformats.org/officeDocument/2006/relationships/customXml" Target="../ink/ink291.xml"/><Relationship Id="rId84" Type="http://schemas.openxmlformats.org/officeDocument/2006/relationships/customXml" Target="../ink/ink299.xml"/><Relationship Id="rId89" Type="http://schemas.openxmlformats.org/officeDocument/2006/relationships/image" Target="../media/image306.png"/><Relationship Id="rId16" Type="http://schemas.openxmlformats.org/officeDocument/2006/relationships/customXml" Target="../ink/ink265.xml"/><Relationship Id="rId107" Type="http://schemas.openxmlformats.org/officeDocument/2006/relationships/image" Target="../media/image315.png"/><Relationship Id="rId11" Type="http://schemas.openxmlformats.org/officeDocument/2006/relationships/image" Target="../media/image267.png"/><Relationship Id="rId32" Type="http://schemas.openxmlformats.org/officeDocument/2006/relationships/customXml" Target="../ink/ink273.xml"/><Relationship Id="rId37" Type="http://schemas.openxmlformats.org/officeDocument/2006/relationships/image" Target="../media/image280.png"/><Relationship Id="rId53" Type="http://schemas.openxmlformats.org/officeDocument/2006/relationships/image" Target="../media/image288.png"/><Relationship Id="rId58" Type="http://schemas.openxmlformats.org/officeDocument/2006/relationships/customXml" Target="../ink/ink286.xml"/><Relationship Id="rId74" Type="http://schemas.openxmlformats.org/officeDocument/2006/relationships/customXml" Target="../ink/ink294.xml"/><Relationship Id="rId79" Type="http://schemas.openxmlformats.org/officeDocument/2006/relationships/image" Target="../media/image301.png"/><Relationship Id="rId102" Type="http://schemas.openxmlformats.org/officeDocument/2006/relationships/customXml" Target="../ink/ink308.xml"/><Relationship Id="rId5" Type="http://schemas.openxmlformats.org/officeDocument/2006/relationships/image" Target="../media/image264.png"/><Relationship Id="rId90" Type="http://schemas.openxmlformats.org/officeDocument/2006/relationships/customXml" Target="../ink/ink302.xml"/><Relationship Id="rId95" Type="http://schemas.openxmlformats.org/officeDocument/2006/relationships/image" Target="../media/image309.png"/><Relationship Id="rId22" Type="http://schemas.openxmlformats.org/officeDocument/2006/relationships/customXml" Target="../ink/ink268.xml"/><Relationship Id="rId27" Type="http://schemas.openxmlformats.org/officeDocument/2006/relationships/image" Target="../media/image275.png"/><Relationship Id="rId43" Type="http://schemas.openxmlformats.org/officeDocument/2006/relationships/image" Target="../media/image283.png"/><Relationship Id="rId48" Type="http://schemas.openxmlformats.org/officeDocument/2006/relationships/customXml" Target="../ink/ink281.xml"/><Relationship Id="rId64" Type="http://schemas.openxmlformats.org/officeDocument/2006/relationships/customXml" Target="../ink/ink289.xml"/><Relationship Id="rId69" Type="http://schemas.openxmlformats.org/officeDocument/2006/relationships/image" Target="../media/image296.png"/><Relationship Id="rId80" Type="http://schemas.openxmlformats.org/officeDocument/2006/relationships/customXml" Target="../ink/ink297.xml"/><Relationship Id="rId85" Type="http://schemas.openxmlformats.org/officeDocument/2006/relationships/image" Target="../media/image304.png"/><Relationship Id="rId12" Type="http://schemas.openxmlformats.org/officeDocument/2006/relationships/customXml" Target="../ink/ink263.xml"/><Relationship Id="rId17" Type="http://schemas.openxmlformats.org/officeDocument/2006/relationships/image" Target="../media/image270.png"/><Relationship Id="rId33" Type="http://schemas.openxmlformats.org/officeDocument/2006/relationships/image" Target="../media/image278.png"/><Relationship Id="rId38" Type="http://schemas.openxmlformats.org/officeDocument/2006/relationships/customXml" Target="../ink/ink276.xml"/><Relationship Id="rId59" Type="http://schemas.openxmlformats.org/officeDocument/2006/relationships/image" Target="../media/image291.png"/><Relationship Id="rId103" Type="http://schemas.openxmlformats.org/officeDocument/2006/relationships/image" Target="../media/image313.png"/><Relationship Id="rId108" Type="http://schemas.openxmlformats.org/officeDocument/2006/relationships/customXml" Target="../ink/ink311.xml"/><Relationship Id="rId54" Type="http://schemas.openxmlformats.org/officeDocument/2006/relationships/customXml" Target="../ink/ink284.xml"/><Relationship Id="rId70" Type="http://schemas.openxmlformats.org/officeDocument/2006/relationships/customXml" Target="../ink/ink292.xml"/><Relationship Id="rId75" Type="http://schemas.openxmlformats.org/officeDocument/2006/relationships/image" Target="../media/image299.png"/><Relationship Id="rId91" Type="http://schemas.openxmlformats.org/officeDocument/2006/relationships/image" Target="../media/image307.png"/><Relationship Id="rId96" Type="http://schemas.openxmlformats.org/officeDocument/2006/relationships/customXml" Target="../ink/ink30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0.xml"/><Relationship Id="rId15" Type="http://schemas.openxmlformats.org/officeDocument/2006/relationships/image" Target="../media/image269.png"/><Relationship Id="rId23" Type="http://schemas.openxmlformats.org/officeDocument/2006/relationships/image" Target="../media/image273.png"/><Relationship Id="rId28" Type="http://schemas.openxmlformats.org/officeDocument/2006/relationships/customXml" Target="../ink/ink271.xml"/><Relationship Id="rId36" Type="http://schemas.openxmlformats.org/officeDocument/2006/relationships/customXml" Target="../ink/ink275.xml"/><Relationship Id="rId49" Type="http://schemas.openxmlformats.org/officeDocument/2006/relationships/image" Target="../media/image286.png"/><Relationship Id="rId57" Type="http://schemas.openxmlformats.org/officeDocument/2006/relationships/image" Target="../media/image290.png"/><Relationship Id="rId106" Type="http://schemas.openxmlformats.org/officeDocument/2006/relationships/customXml" Target="../ink/ink310.xml"/><Relationship Id="rId10" Type="http://schemas.openxmlformats.org/officeDocument/2006/relationships/customXml" Target="../ink/ink262.xml"/><Relationship Id="rId31" Type="http://schemas.openxmlformats.org/officeDocument/2006/relationships/image" Target="../media/image277.png"/><Relationship Id="rId44" Type="http://schemas.openxmlformats.org/officeDocument/2006/relationships/customXml" Target="../ink/ink279.xml"/><Relationship Id="rId52" Type="http://schemas.openxmlformats.org/officeDocument/2006/relationships/customXml" Target="../ink/ink283.xml"/><Relationship Id="rId60" Type="http://schemas.openxmlformats.org/officeDocument/2006/relationships/customXml" Target="../ink/ink287.xml"/><Relationship Id="rId65" Type="http://schemas.openxmlformats.org/officeDocument/2006/relationships/image" Target="../media/image294.png"/><Relationship Id="rId73" Type="http://schemas.openxmlformats.org/officeDocument/2006/relationships/image" Target="../media/image298.png"/><Relationship Id="rId78" Type="http://schemas.openxmlformats.org/officeDocument/2006/relationships/customXml" Target="../ink/ink296.xml"/><Relationship Id="rId81" Type="http://schemas.openxmlformats.org/officeDocument/2006/relationships/image" Target="../media/image302.png"/><Relationship Id="rId86" Type="http://schemas.openxmlformats.org/officeDocument/2006/relationships/customXml" Target="../ink/ink300.xml"/><Relationship Id="rId94" Type="http://schemas.openxmlformats.org/officeDocument/2006/relationships/customXml" Target="../ink/ink304.xml"/><Relationship Id="rId99" Type="http://schemas.openxmlformats.org/officeDocument/2006/relationships/image" Target="../media/image311.png"/><Relationship Id="rId101" Type="http://schemas.openxmlformats.org/officeDocument/2006/relationships/image" Target="../media/image312.png"/><Relationship Id="rId4" Type="http://schemas.openxmlformats.org/officeDocument/2006/relationships/customXml" Target="../ink/ink259.xml"/><Relationship Id="rId9" Type="http://schemas.openxmlformats.org/officeDocument/2006/relationships/image" Target="../media/image266.png"/><Relationship Id="rId13" Type="http://schemas.openxmlformats.org/officeDocument/2006/relationships/image" Target="../media/image268.png"/><Relationship Id="rId18" Type="http://schemas.openxmlformats.org/officeDocument/2006/relationships/customXml" Target="../ink/ink266.xml"/><Relationship Id="rId39" Type="http://schemas.openxmlformats.org/officeDocument/2006/relationships/image" Target="../media/image281.png"/><Relationship Id="rId109" Type="http://schemas.openxmlformats.org/officeDocument/2006/relationships/image" Target="../media/image316.png"/><Relationship Id="rId34" Type="http://schemas.openxmlformats.org/officeDocument/2006/relationships/customXml" Target="../ink/ink274.xml"/><Relationship Id="rId50" Type="http://schemas.openxmlformats.org/officeDocument/2006/relationships/customXml" Target="../ink/ink282.xml"/><Relationship Id="rId55" Type="http://schemas.openxmlformats.org/officeDocument/2006/relationships/image" Target="../media/image289.png"/><Relationship Id="rId76" Type="http://schemas.openxmlformats.org/officeDocument/2006/relationships/customXml" Target="../ink/ink295.xml"/><Relationship Id="rId97" Type="http://schemas.openxmlformats.org/officeDocument/2006/relationships/image" Target="../media/image310.png"/><Relationship Id="rId104" Type="http://schemas.openxmlformats.org/officeDocument/2006/relationships/customXml" Target="../ink/ink309.xml"/><Relationship Id="rId7" Type="http://schemas.openxmlformats.org/officeDocument/2006/relationships/image" Target="../media/image265.png"/><Relationship Id="rId71" Type="http://schemas.openxmlformats.org/officeDocument/2006/relationships/image" Target="../media/image297.png"/><Relationship Id="rId92" Type="http://schemas.openxmlformats.org/officeDocument/2006/relationships/customXml" Target="../ink/ink303.xml"/><Relationship Id="rId2" Type="http://schemas.openxmlformats.org/officeDocument/2006/relationships/customXml" Target="../ink/ink258.xml"/><Relationship Id="rId29" Type="http://schemas.openxmlformats.org/officeDocument/2006/relationships/image" Target="../media/image276.png"/><Relationship Id="rId24" Type="http://schemas.openxmlformats.org/officeDocument/2006/relationships/customXml" Target="../ink/ink269.xml"/><Relationship Id="rId40" Type="http://schemas.openxmlformats.org/officeDocument/2006/relationships/customXml" Target="../ink/ink277.xml"/><Relationship Id="rId45" Type="http://schemas.openxmlformats.org/officeDocument/2006/relationships/image" Target="../media/image284.png"/><Relationship Id="rId66" Type="http://schemas.openxmlformats.org/officeDocument/2006/relationships/customXml" Target="../ink/ink290.xml"/><Relationship Id="rId87" Type="http://schemas.openxmlformats.org/officeDocument/2006/relationships/image" Target="../media/image305.png"/><Relationship Id="rId61" Type="http://schemas.openxmlformats.org/officeDocument/2006/relationships/image" Target="../media/image292.png"/><Relationship Id="rId82" Type="http://schemas.openxmlformats.org/officeDocument/2006/relationships/customXml" Target="../ink/ink298.xml"/><Relationship Id="rId19" Type="http://schemas.openxmlformats.org/officeDocument/2006/relationships/image" Target="../media/image271.png"/><Relationship Id="rId14" Type="http://schemas.openxmlformats.org/officeDocument/2006/relationships/customXml" Target="../ink/ink264.xml"/><Relationship Id="rId30" Type="http://schemas.openxmlformats.org/officeDocument/2006/relationships/customXml" Target="../ink/ink272.xml"/><Relationship Id="rId35" Type="http://schemas.openxmlformats.org/officeDocument/2006/relationships/image" Target="../media/image279.png"/><Relationship Id="rId56" Type="http://schemas.openxmlformats.org/officeDocument/2006/relationships/customXml" Target="../ink/ink285.xml"/><Relationship Id="rId77" Type="http://schemas.openxmlformats.org/officeDocument/2006/relationships/image" Target="../media/image300.png"/><Relationship Id="rId100" Type="http://schemas.openxmlformats.org/officeDocument/2006/relationships/customXml" Target="../ink/ink307.xml"/><Relationship Id="rId105" Type="http://schemas.openxmlformats.org/officeDocument/2006/relationships/image" Target="../media/image314.png"/><Relationship Id="rId8" Type="http://schemas.openxmlformats.org/officeDocument/2006/relationships/customXml" Target="../ink/ink261.xml"/><Relationship Id="rId51" Type="http://schemas.openxmlformats.org/officeDocument/2006/relationships/image" Target="../media/image287.png"/><Relationship Id="rId72" Type="http://schemas.openxmlformats.org/officeDocument/2006/relationships/customXml" Target="../ink/ink293.xml"/><Relationship Id="rId93" Type="http://schemas.openxmlformats.org/officeDocument/2006/relationships/image" Target="../media/image308.png"/><Relationship Id="rId98" Type="http://schemas.openxmlformats.org/officeDocument/2006/relationships/customXml" Target="../ink/ink306.xml"/><Relationship Id="rId3" Type="http://schemas.openxmlformats.org/officeDocument/2006/relationships/image" Target="../media/image263.png"/><Relationship Id="rId25" Type="http://schemas.openxmlformats.org/officeDocument/2006/relationships/image" Target="../media/image274.png"/><Relationship Id="rId46" Type="http://schemas.openxmlformats.org/officeDocument/2006/relationships/customXml" Target="../ink/ink280.xml"/><Relationship Id="rId67" Type="http://schemas.openxmlformats.org/officeDocument/2006/relationships/image" Target="../media/image295.png"/><Relationship Id="rId20" Type="http://schemas.openxmlformats.org/officeDocument/2006/relationships/customXml" Target="../ink/ink267.xml"/><Relationship Id="rId41" Type="http://schemas.openxmlformats.org/officeDocument/2006/relationships/image" Target="../media/image282.png"/><Relationship Id="rId62" Type="http://schemas.openxmlformats.org/officeDocument/2006/relationships/customXml" Target="../ink/ink288.xml"/><Relationship Id="rId83" Type="http://schemas.openxmlformats.org/officeDocument/2006/relationships/image" Target="../media/image303.png"/><Relationship Id="rId88" Type="http://schemas.openxmlformats.org/officeDocument/2006/relationships/customXml" Target="../ink/ink3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專案背景與研究動機</a:t>
            </a:r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body" idx="1"/>
          </p:nvPr>
        </p:nvSpPr>
        <p:spPr>
          <a:xfrm>
            <a:off x="171000" y="1412650"/>
            <a:ext cx="85779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zh-TW" sz="1700" b="1"/>
              <a:t>專案背景：</a:t>
            </a:r>
            <a:endParaRPr sz="1700" b="1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zh-TW" sz="1700"/>
              <a:t>在消防人手短缺的情況下，消防救護人員長期以來工作超時，且依據 2022 年內政部規範，每月工時和加班上限逐年縮短，以致救護人力不足的問題將可能更加嚴重。</a:t>
            </a:r>
            <a:endParaRPr sz="1700"/>
          </a:p>
        </p:txBody>
      </p:sp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71000" y="2902850"/>
            <a:ext cx="8709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zh-TW" sz="17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研究動機：</a:t>
            </a:r>
            <a:endParaRPr sz="170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zh-TW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因此在短時間無足夠的預算員額可增加的情況下，</a:t>
            </a:r>
            <a:r>
              <a:rPr lang="zh-TW" sz="1700" b="1" i="0" u="none" strike="noStrike" cap="none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希望能夠重新審視目前的救護需求與救護量</a:t>
            </a:r>
            <a:r>
              <a:rPr lang="zh-TW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，以符合在適當的分隊縮減輪值人力，同時亦不影響民眾的權益。</a:t>
            </a: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專案研究目的</a:t>
            </a:r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1"/>
          </p:nvPr>
        </p:nvSpPr>
        <p:spPr>
          <a:xfrm>
            <a:off x="323400" y="1336450"/>
            <a:ext cx="84588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本專案目的為利用臺北市「電腦輔助勤務派遣系統」資料庫之救護資料以進行參考估計，並利用</a:t>
            </a:r>
            <a:r>
              <a:rPr lang="zh-TW" sz="1800" b="1">
                <a:solidFill>
                  <a:srgbClr val="0000FF"/>
                </a:solidFill>
              </a:rPr>
              <a:t>最佳化數學規劃模型，建立與尋找分隊救護車的資源配置</a:t>
            </a:r>
            <a:r>
              <a:rPr lang="zh-TW" sz="1800"/>
              <a:t>。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endParaRPr sz="1800"/>
          </a:p>
        </p:txBody>
      </p:sp>
      <p:sp>
        <p:nvSpPr>
          <p:cNvPr id="121" name="Google Shape;121;p3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資料範圍</a:t>
            </a:r>
            <a:endParaRPr/>
          </a:p>
        </p:txBody>
      </p:sp>
      <p:sp>
        <p:nvSpPr>
          <p:cNvPr id="159" name="Google Shape;159;p7"/>
          <p:cNvSpPr txBox="1">
            <a:spLocks noGrp="1"/>
          </p:cNvSpPr>
          <p:nvPr>
            <p:ph type="body" idx="1"/>
          </p:nvPr>
        </p:nvSpPr>
        <p:spPr>
          <a:xfrm>
            <a:off x="323400" y="1336450"/>
            <a:ext cx="8333400" cy="3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/>
              <a:t>利用臺北市「電腦輔助勤務派遣系統」資料庫內，2022 年至 2023 年共 2 年各分隊救護車出勤之所有案件（包含救護車紀錄 285,473 筆 、救指中心派遣 289,036 筆），並由臺北市政府消防局先進行病人去識別化後再提供資料。</a:t>
            </a:r>
            <a:endParaRPr/>
          </a:p>
        </p:txBody>
      </p:sp>
      <p:sp>
        <p:nvSpPr>
          <p:cNvPr id="160" name="Google Shape;160;p7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928" y="1305902"/>
            <a:ext cx="2889626" cy="321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台北市分隊現有配置救護車數量與分佈</a:t>
            </a:r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3765400" y="2392450"/>
            <a:ext cx="52683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台北市現有分隊</a:t>
            </a:r>
            <a:r>
              <a:rPr lang="zh-TW" sz="1400" b="0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共有 45 個分隊，其中</a:t>
            </a:r>
            <a:endParaRPr sz="1400" b="0" i="0" u="none" strike="noStrike" cap="none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zh-TW" sz="14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忠孝、永吉、建國、後港為配置 2 台救護車的高級分隊。</a:t>
            </a:r>
            <a:endParaRPr sz="1400" b="0" i="0" u="none" strike="noStrike" cap="none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zh-TW" sz="1400" b="0" i="0" u="none" strike="noStrike" cap="none" dirty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龍山、雙園為配置 2 台救護車的基礎分隊。</a:t>
            </a:r>
            <a:endParaRPr sz="1400" b="0" i="0" u="none" strike="noStrike" cap="none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9" name="Google Shape;169;p8"/>
          <p:cNvGrpSpPr/>
          <p:nvPr/>
        </p:nvGrpSpPr>
        <p:grpSpPr>
          <a:xfrm>
            <a:off x="2693138" y="1441975"/>
            <a:ext cx="3215775" cy="783700"/>
            <a:chOff x="3728625" y="1709725"/>
            <a:chExt cx="3215775" cy="783700"/>
          </a:xfrm>
        </p:grpSpPr>
        <p:sp>
          <p:nvSpPr>
            <p:cNvPr id="170" name="Google Shape;170;p8"/>
            <p:cNvSpPr/>
            <p:nvPr/>
          </p:nvSpPr>
          <p:spPr>
            <a:xfrm>
              <a:off x="3728625" y="1709825"/>
              <a:ext cx="1412400" cy="783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71" name="Google Shape;171;p8"/>
            <p:cNvGrpSpPr/>
            <p:nvPr/>
          </p:nvGrpSpPr>
          <p:grpSpPr>
            <a:xfrm>
              <a:off x="3796800" y="1709725"/>
              <a:ext cx="3147600" cy="783663"/>
              <a:chOff x="3796800" y="1709725"/>
              <a:chExt cx="3147600" cy="783663"/>
            </a:xfrm>
          </p:grpSpPr>
          <p:sp>
            <p:nvSpPr>
              <p:cNvPr id="172" name="Google Shape;172;p8"/>
              <p:cNvSpPr/>
              <p:nvPr/>
            </p:nvSpPr>
            <p:spPr>
              <a:xfrm>
                <a:off x="3796800" y="1779925"/>
                <a:ext cx="147600" cy="147600"/>
              </a:xfrm>
              <a:prstGeom prst="ellipse">
                <a:avLst/>
              </a:prstGeom>
              <a:solidFill>
                <a:srgbClr val="CE3C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3" name="Google Shape;173;p8"/>
              <p:cNvSpPr txBox="1"/>
              <p:nvPr/>
            </p:nvSpPr>
            <p:spPr>
              <a:xfrm>
                <a:off x="3944400" y="1709725"/>
                <a:ext cx="30000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zh-TW" sz="9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配置 1 台救護車分隊</a:t>
                </a:r>
                <a:endParaRPr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8"/>
              <p:cNvSpPr/>
              <p:nvPr/>
            </p:nvSpPr>
            <p:spPr>
              <a:xfrm>
                <a:off x="3796800" y="2007625"/>
                <a:ext cx="147600" cy="147600"/>
              </a:xfrm>
              <a:prstGeom prst="ellipse">
                <a:avLst/>
              </a:prstGeom>
              <a:solidFill>
                <a:srgbClr val="71AF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5" name="Google Shape;175;p8"/>
              <p:cNvSpPr txBox="1"/>
              <p:nvPr/>
            </p:nvSpPr>
            <p:spPr>
              <a:xfrm>
                <a:off x="3944400" y="1927525"/>
                <a:ext cx="30000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zh-TW" sz="9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配置 2 台救護車分隊</a:t>
                </a:r>
                <a:endParaRPr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8"/>
              <p:cNvSpPr/>
              <p:nvPr/>
            </p:nvSpPr>
            <p:spPr>
              <a:xfrm>
                <a:off x="3796802" y="2250393"/>
                <a:ext cx="147600" cy="147600"/>
              </a:xfrm>
              <a:prstGeom prst="ellipse">
                <a:avLst/>
              </a:prstGeom>
              <a:solidFill>
                <a:srgbClr val="38A9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7" name="Google Shape;177;p8"/>
              <p:cNvSpPr txBox="1"/>
              <p:nvPr/>
            </p:nvSpPr>
            <p:spPr>
              <a:xfrm>
                <a:off x="3944400" y="2170288"/>
                <a:ext cx="30000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zh-TW" sz="9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配置高級救護車分隊</a:t>
                </a:r>
                <a:endParaRPr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8" name="Google Shape;178;p8"/>
          <p:cNvSpPr txBox="1"/>
          <p:nvPr/>
        </p:nvSpPr>
        <p:spPr>
          <a:xfrm>
            <a:off x="420738" y="45753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所有分隊的分佈圖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884748F9-8DA8-56CA-FC2B-CFE7E7E07AFE}"/>
              </a:ext>
            </a:extLst>
          </p:cNvPr>
          <p:cNvGrpSpPr/>
          <p:nvPr/>
        </p:nvGrpSpPr>
        <p:grpSpPr>
          <a:xfrm>
            <a:off x="4981886" y="1535657"/>
            <a:ext cx="1031040" cy="379080"/>
            <a:chOff x="4981886" y="1535657"/>
            <a:chExt cx="103104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A586AA96-9F85-1FE0-5E13-216E5B939A00}"/>
                    </a:ext>
                  </a:extLst>
                </p14:cNvPr>
                <p14:cNvContentPartPr/>
                <p14:nvPr/>
              </p14:nvContentPartPr>
              <p14:xfrm>
                <a:off x="4981886" y="1543577"/>
                <a:ext cx="276840" cy="22644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A586AA96-9F85-1FE0-5E13-216E5B939A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64246" y="1525577"/>
                  <a:ext cx="312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65BC7820-9D45-9E31-C39E-F33718AC71BF}"/>
                    </a:ext>
                  </a:extLst>
                </p14:cNvPr>
                <p14:cNvContentPartPr/>
                <p14:nvPr/>
              </p14:nvContentPartPr>
              <p14:xfrm>
                <a:off x="5156486" y="1566977"/>
                <a:ext cx="76680" cy="32652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65BC7820-9D45-9E31-C39E-F33718AC71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38846" y="1548977"/>
                  <a:ext cx="1123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E5AFFA36-8998-4AEB-56F2-7105A3B595FB}"/>
                    </a:ext>
                  </a:extLst>
                </p14:cNvPr>
                <p14:cNvContentPartPr/>
                <p14:nvPr/>
              </p14:nvContentPartPr>
              <p14:xfrm>
                <a:off x="5408126" y="1535657"/>
                <a:ext cx="125640" cy="37908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E5AFFA36-8998-4AEB-56F2-7105A3B595F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90126" y="1517657"/>
                  <a:ext cx="1612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B875DC1D-F818-E385-1F01-136A87808000}"/>
                    </a:ext>
                  </a:extLst>
                </p14:cNvPr>
                <p14:cNvContentPartPr/>
                <p14:nvPr/>
              </p14:nvContentPartPr>
              <p14:xfrm>
                <a:off x="5418206" y="1622417"/>
                <a:ext cx="245160" cy="5220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B875DC1D-F818-E385-1F01-136A878080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00206" y="1604777"/>
                  <a:ext cx="280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EB9539B9-7BE6-23A5-CFE0-D8E0BDBAD321}"/>
                    </a:ext>
                  </a:extLst>
                </p14:cNvPr>
                <p14:cNvContentPartPr/>
                <p14:nvPr/>
              </p14:nvContentPartPr>
              <p14:xfrm>
                <a:off x="5830046" y="1757417"/>
                <a:ext cx="182880" cy="1548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EB9539B9-7BE6-23A5-CFE0-D8E0BDBAD3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12046" y="1739777"/>
                  <a:ext cx="218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1BCCBEDE-8715-2A6B-F4CD-F0DEE542251B}"/>
                    </a:ext>
                  </a:extLst>
                </p14:cNvPr>
                <p14:cNvContentPartPr/>
                <p14:nvPr/>
              </p14:nvContentPartPr>
              <p14:xfrm>
                <a:off x="5918246" y="1597937"/>
                <a:ext cx="21240" cy="27900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1BCCBEDE-8715-2A6B-F4CD-F0DEE54225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00246" y="1579937"/>
                  <a:ext cx="5688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C1D25A1F-AAA8-83CE-2DEA-6A8D85940D54}"/>
                  </a:ext>
                </a:extLst>
              </p14:cNvPr>
              <p14:cNvContentPartPr/>
              <p14:nvPr/>
            </p14:nvContentPartPr>
            <p14:xfrm>
              <a:off x="6336926" y="1508297"/>
              <a:ext cx="257400" cy="446400"/>
            </p14:xfrm>
          </p:contentPart>
        </mc:Choice>
        <mc:Fallback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C1D25A1F-AAA8-83CE-2DEA-6A8D85940D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18926" y="1490297"/>
                <a:ext cx="293040" cy="48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EC928C93-5A78-4174-9D11-40D08B9D8685}"/>
              </a:ext>
            </a:extLst>
          </p:cNvPr>
          <p:cNvGrpSpPr/>
          <p:nvPr/>
        </p:nvGrpSpPr>
        <p:grpSpPr>
          <a:xfrm>
            <a:off x="6901046" y="1699817"/>
            <a:ext cx="127800" cy="97560"/>
            <a:chOff x="6901046" y="1699817"/>
            <a:chExt cx="127800" cy="9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8E6B4F24-C83A-B4B5-DDF0-563356BAA9D6}"/>
                    </a:ext>
                  </a:extLst>
                </p14:cNvPr>
                <p14:cNvContentPartPr/>
                <p14:nvPr/>
              </p14:nvContentPartPr>
              <p14:xfrm>
                <a:off x="6903926" y="1699817"/>
                <a:ext cx="115920" cy="288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8E6B4F24-C83A-B4B5-DDF0-563356BAA9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86286" y="1681817"/>
                  <a:ext cx="151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B5C61236-241D-D65B-FEBD-C87C90A4A1B1}"/>
                    </a:ext>
                  </a:extLst>
                </p14:cNvPr>
                <p14:cNvContentPartPr/>
                <p14:nvPr/>
              </p14:nvContentPartPr>
              <p14:xfrm>
                <a:off x="6901046" y="1789817"/>
                <a:ext cx="127800" cy="756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B5C61236-241D-D65B-FEBD-C87C90A4A1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83046" y="1771817"/>
                  <a:ext cx="1634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C56BF387-917B-1ADF-2B39-FAE45E698C93}"/>
              </a:ext>
            </a:extLst>
          </p:cNvPr>
          <p:cNvGrpSpPr/>
          <p:nvPr/>
        </p:nvGrpSpPr>
        <p:grpSpPr>
          <a:xfrm>
            <a:off x="7313246" y="1511537"/>
            <a:ext cx="531360" cy="419400"/>
            <a:chOff x="7313246" y="1511537"/>
            <a:chExt cx="53136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020BE2C2-CBA8-AC63-727C-B2F1D204314D}"/>
                    </a:ext>
                  </a:extLst>
                </p14:cNvPr>
                <p14:cNvContentPartPr/>
                <p14:nvPr/>
              </p14:nvContentPartPr>
              <p14:xfrm>
                <a:off x="7319006" y="1557257"/>
                <a:ext cx="209520" cy="34668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020BE2C2-CBA8-AC63-727C-B2F1D204314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1006" y="1539617"/>
                  <a:ext cx="2451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665BF7C9-56B2-8850-C6A4-F0058D00AD61}"/>
                    </a:ext>
                  </a:extLst>
                </p14:cNvPr>
                <p14:cNvContentPartPr/>
                <p14:nvPr/>
              </p14:nvContentPartPr>
              <p14:xfrm>
                <a:off x="7313246" y="1650857"/>
                <a:ext cx="305640" cy="4932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665BF7C9-56B2-8850-C6A4-F0058D00AD6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95606" y="1633217"/>
                  <a:ext cx="341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61A69AB4-DAF2-F088-B5A7-104F69D9BB37}"/>
                    </a:ext>
                  </a:extLst>
                </p14:cNvPr>
                <p14:cNvContentPartPr/>
                <p14:nvPr/>
              </p14:nvContentPartPr>
              <p14:xfrm>
                <a:off x="7732286" y="1511537"/>
                <a:ext cx="112320" cy="41940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61A69AB4-DAF2-F088-B5A7-104F69D9BB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14646" y="1493897"/>
                  <a:ext cx="147960" cy="45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3" name="筆跡 32">
                <a:extLst>
                  <a:ext uri="{FF2B5EF4-FFF2-40B4-BE49-F238E27FC236}">
                    <a16:creationId xmlns:a16="http://schemas.microsoft.com/office/drawing/2014/main" id="{BA703B83-6ACE-2CF4-0F2A-C76B5B0DAFFB}"/>
                  </a:ext>
                </a:extLst>
              </p14:cNvPr>
              <p14:cNvContentPartPr/>
              <p14:nvPr/>
            </p14:nvContentPartPr>
            <p14:xfrm>
              <a:off x="7877006" y="3641297"/>
              <a:ext cx="237960" cy="333720"/>
            </p14:xfrm>
          </p:contentPart>
        </mc:Choice>
        <mc:Fallback>
          <p:pic>
            <p:nvPicPr>
              <p:cNvPr id="33" name="筆跡 32">
                <a:extLst>
                  <a:ext uri="{FF2B5EF4-FFF2-40B4-BE49-F238E27FC236}">
                    <a16:creationId xmlns:a16="http://schemas.microsoft.com/office/drawing/2014/main" id="{BA703B83-6ACE-2CF4-0F2A-C76B5B0DAFF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59366" y="3623297"/>
                <a:ext cx="273600" cy="36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BC921EF0-2852-A58B-9A04-C61E928FEB87}"/>
              </a:ext>
            </a:extLst>
          </p:cNvPr>
          <p:cNvGrpSpPr/>
          <p:nvPr/>
        </p:nvGrpSpPr>
        <p:grpSpPr>
          <a:xfrm>
            <a:off x="7736966" y="4206137"/>
            <a:ext cx="487440" cy="543600"/>
            <a:chOff x="7736966" y="4206137"/>
            <a:chExt cx="48744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1E37DAE3-78FF-26C1-55CD-07015B458684}"/>
                    </a:ext>
                  </a:extLst>
                </p14:cNvPr>
                <p14:cNvContentPartPr/>
                <p14:nvPr/>
              </p14:nvContentPartPr>
              <p14:xfrm>
                <a:off x="7875566" y="4206137"/>
                <a:ext cx="38880" cy="4140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1E37DAE3-78FF-26C1-55CD-07015B4586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57566" y="4188497"/>
                  <a:ext cx="74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AE74D07A-DD8B-C1E9-02F8-DBFCEFA57222}"/>
                    </a:ext>
                  </a:extLst>
                </p14:cNvPr>
                <p14:cNvContentPartPr/>
                <p14:nvPr/>
              </p14:nvContentPartPr>
              <p14:xfrm>
                <a:off x="7736966" y="4287497"/>
                <a:ext cx="331560" cy="4356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AE74D07A-DD8B-C1E9-02F8-DBFCEFA5722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19326" y="4269497"/>
                  <a:ext cx="367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DA1DC22D-22AD-9BCF-BDC1-6E67746354D2}"/>
                    </a:ext>
                  </a:extLst>
                </p14:cNvPr>
                <p14:cNvContentPartPr/>
                <p14:nvPr/>
              </p14:nvContentPartPr>
              <p14:xfrm>
                <a:off x="7913366" y="4377497"/>
                <a:ext cx="41040" cy="5868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DA1DC22D-22AD-9BCF-BDC1-6E67746354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95726" y="4359857"/>
                  <a:ext cx="76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F64C12AE-3A4D-9647-F5BF-54BBD83DB2BF}"/>
                    </a:ext>
                  </a:extLst>
                </p14:cNvPr>
                <p14:cNvContentPartPr/>
                <p14:nvPr/>
              </p14:nvContentPartPr>
              <p14:xfrm>
                <a:off x="7747046" y="4538777"/>
                <a:ext cx="477360" cy="21096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F64C12AE-3A4D-9647-F5BF-54BBD83DB2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29406" y="4520777"/>
                  <a:ext cx="5130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B514AF7E-3A20-CBF2-F2F5-E9E288D154EA}"/>
                    </a:ext>
                  </a:extLst>
                </p14:cNvPr>
                <p14:cNvContentPartPr/>
                <p14:nvPr/>
              </p14:nvContentPartPr>
              <p14:xfrm>
                <a:off x="7916606" y="4665857"/>
                <a:ext cx="111960" cy="7524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B514AF7E-3A20-CBF2-F2F5-E9E288D154E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98966" y="4647857"/>
                  <a:ext cx="1476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CCF0F338-1707-5F80-6DC2-812CF1AC5DAE}"/>
              </a:ext>
            </a:extLst>
          </p:cNvPr>
          <p:cNvGrpSpPr/>
          <p:nvPr/>
        </p:nvGrpSpPr>
        <p:grpSpPr>
          <a:xfrm>
            <a:off x="5975126" y="3698537"/>
            <a:ext cx="499320" cy="301680"/>
            <a:chOff x="5975126" y="3698537"/>
            <a:chExt cx="49932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46C3F3FB-7441-5B90-6530-C4B5BDE1AFFE}"/>
                    </a:ext>
                  </a:extLst>
                </p14:cNvPr>
                <p14:cNvContentPartPr/>
                <p14:nvPr/>
              </p14:nvContentPartPr>
              <p14:xfrm>
                <a:off x="5975126" y="3699977"/>
                <a:ext cx="277920" cy="17784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46C3F3FB-7441-5B90-6530-C4B5BDE1AFF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57486" y="3682337"/>
                  <a:ext cx="313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EB840F44-98C2-97C2-2100-56A8CB786AAC}"/>
                    </a:ext>
                  </a:extLst>
                </p14:cNvPr>
                <p14:cNvContentPartPr/>
                <p14:nvPr/>
              </p14:nvContentPartPr>
              <p14:xfrm>
                <a:off x="6108686" y="3698537"/>
                <a:ext cx="79920" cy="30168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EB840F44-98C2-97C2-2100-56A8CB786A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90686" y="3680897"/>
                  <a:ext cx="1155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CC8256F4-935C-0DCE-ADE9-621469063AEE}"/>
                    </a:ext>
                  </a:extLst>
                </p14:cNvPr>
                <p14:cNvContentPartPr/>
                <p14:nvPr/>
              </p14:nvContentPartPr>
              <p14:xfrm>
                <a:off x="6295166" y="3715457"/>
                <a:ext cx="179280" cy="245160"/>
              </p14:xfrm>
            </p:contentPart>
          </mc:Choice>
          <mc:Fallback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CC8256F4-935C-0DCE-ADE9-621469063A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77526" y="3697817"/>
                  <a:ext cx="21492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4ACD9723-C1B0-5DF0-3EA6-7737669FB578}"/>
              </a:ext>
            </a:extLst>
          </p:cNvPr>
          <p:cNvGrpSpPr/>
          <p:nvPr/>
        </p:nvGrpSpPr>
        <p:grpSpPr>
          <a:xfrm>
            <a:off x="5978006" y="4335017"/>
            <a:ext cx="593640" cy="542880"/>
            <a:chOff x="5978006" y="4335017"/>
            <a:chExt cx="59364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15847B0A-1EEF-15A1-A9A8-12DEC269FFF9}"/>
                    </a:ext>
                  </a:extLst>
                </p14:cNvPr>
                <p14:cNvContentPartPr/>
                <p14:nvPr/>
              </p14:nvContentPartPr>
              <p14:xfrm>
                <a:off x="6188966" y="4335017"/>
                <a:ext cx="90000" cy="50040"/>
              </p14:xfrm>
            </p:contentPart>
          </mc:Choice>
          <mc:Fallback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15847B0A-1EEF-15A1-A9A8-12DEC269FF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71326" y="4317377"/>
                  <a:ext cx="125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FE04682E-C8AC-B66F-E715-DD0F787B7862}"/>
                    </a:ext>
                  </a:extLst>
                </p14:cNvPr>
                <p14:cNvContentPartPr/>
                <p14:nvPr/>
              </p14:nvContentPartPr>
              <p14:xfrm>
                <a:off x="6086726" y="4349057"/>
                <a:ext cx="261000" cy="14760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FE04682E-C8AC-B66F-E715-DD0F787B78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69086" y="4331417"/>
                  <a:ext cx="296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3FE49E39-0B3F-14F2-7FD8-45B60313A582}"/>
                    </a:ext>
                  </a:extLst>
                </p14:cNvPr>
                <p14:cNvContentPartPr/>
                <p14:nvPr/>
              </p14:nvContentPartPr>
              <p14:xfrm>
                <a:off x="6180326" y="4514297"/>
                <a:ext cx="11880" cy="8244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3FE49E39-0B3F-14F2-7FD8-45B60313A5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62326" y="4496657"/>
                  <a:ext cx="47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D2EEBBBF-ED4E-71DB-33CA-A5C6F6B860F7}"/>
                    </a:ext>
                  </a:extLst>
                </p14:cNvPr>
                <p14:cNvContentPartPr/>
                <p14:nvPr/>
              </p14:nvContentPartPr>
              <p14:xfrm>
                <a:off x="6251966" y="4486577"/>
                <a:ext cx="17640" cy="92160"/>
              </p14:xfrm>
            </p:contentPart>
          </mc:Choice>
          <mc:Fallback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D2EEBBBF-ED4E-71DB-33CA-A5C6F6B860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33966" y="4468577"/>
                  <a:ext cx="53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D4268A5F-4AA5-F0AC-2EC6-A7E18FC076CE}"/>
                    </a:ext>
                  </a:extLst>
                </p14:cNvPr>
                <p14:cNvContentPartPr/>
                <p14:nvPr/>
              </p14:nvContentPartPr>
              <p14:xfrm>
                <a:off x="5978006" y="4560017"/>
                <a:ext cx="593640" cy="91080"/>
              </p14:xfrm>
            </p:contentPart>
          </mc:Choice>
          <mc:Fallback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D4268A5F-4AA5-F0AC-2EC6-A7E18FC076C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60366" y="4542017"/>
                  <a:ext cx="629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0F146B9C-904F-93CC-B47D-15BFF04D3ED3}"/>
                    </a:ext>
                  </a:extLst>
                </p14:cNvPr>
                <p14:cNvContentPartPr/>
                <p14:nvPr/>
              </p14:nvContentPartPr>
              <p14:xfrm>
                <a:off x="6032006" y="4557137"/>
                <a:ext cx="84240" cy="468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0F146B9C-904F-93CC-B47D-15BFF04D3E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14006" y="4539497"/>
                  <a:ext cx="119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14FBE9BF-EA71-9ED1-91E1-0C78E7DFA7DE}"/>
                    </a:ext>
                  </a:extLst>
                </p14:cNvPr>
                <p14:cNvContentPartPr/>
                <p14:nvPr/>
              </p14:nvContentPartPr>
              <p14:xfrm>
                <a:off x="6283646" y="4506737"/>
                <a:ext cx="87840" cy="8388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14FBE9BF-EA71-9ED1-91E1-0C78E7DFA7D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65646" y="4489097"/>
                  <a:ext cx="123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8B6087DF-B482-BEFB-18C6-43149C823168}"/>
                    </a:ext>
                  </a:extLst>
                </p14:cNvPr>
                <p14:cNvContentPartPr/>
                <p14:nvPr/>
              </p14:nvContentPartPr>
              <p14:xfrm>
                <a:off x="6114806" y="4774577"/>
                <a:ext cx="92160" cy="9072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8B6087DF-B482-BEFB-18C6-43149C8231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97166" y="4756937"/>
                  <a:ext cx="127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8953ED3E-A66F-2125-749B-E6E58FD8DDD0}"/>
                    </a:ext>
                  </a:extLst>
                </p14:cNvPr>
                <p14:cNvContentPartPr/>
                <p14:nvPr/>
              </p14:nvContentPartPr>
              <p14:xfrm>
                <a:off x="6175286" y="4706897"/>
                <a:ext cx="209880" cy="106920"/>
              </p14:xfrm>
            </p:contentPart>
          </mc:Choice>
          <mc:Fallback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8953ED3E-A66F-2125-749B-E6E58FD8DD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57286" y="4688897"/>
                  <a:ext cx="245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9A3E1996-AA57-5CC0-ADBF-0E168D2AED74}"/>
                    </a:ext>
                  </a:extLst>
                </p14:cNvPr>
                <p14:cNvContentPartPr/>
                <p14:nvPr/>
              </p14:nvContentPartPr>
              <p14:xfrm>
                <a:off x="6212726" y="4774937"/>
                <a:ext cx="158400" cy="102960"/>
              </p14:xfrm>
            </p:contentPart>
          </mc:Choice>
          <mc:Fallback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9A3E1996-AA57-5CC0-ADBF-0E168D2AED7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95086" y="4756937"/>
                  <a:ext cx="1940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群組 131">
            <a:extLst>
              <a:ext uri="{FF2B5EF4-FFF2-40B4-BE49-F238E27FC236}">
                <a16:creationId xmlns:a16="http://schemas.microsoft.com/office/drawing/2014/main" id="{B2E06814-9E62-4ABF-5651-FC2B0B9D4311}"/>
              </a:ext>
            </a:extLst>
          </p:cNvPr>
          <p:cNvGrpSpPr/>
          <p:nvPr/>
        </p:nvGrpSpPr>
        <p:grpSpPr>
          <a:xfrm>
            <a:off x="6301286" y="2232257"/>
            <a:ext cx="1749600" cy="1161720"/>
            <a:chOff x="6301286" y="2232257"/>
            <a:chExt cx="1749600" cy="11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8165AF30-448B-91FD-C52F-95601A35FF54}"/>
                    </a:ext>
                  </a:extLst>
                </p14:cNvPr>
                <p14:cNvContentPartPr/>
                <p14:nvPr/>
              </p14:nvContentPartPr>
              <p14:xfrm>
                <a:off x="6301286" y="2232257"/>
                <a:ext cx="1030320" cy="106920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8165AF30-448B-91FD-C52F-95601A35FF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83646" y="2214617"/>
                  <a:ext cx="1065960" cy="11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D375B2DF-71C0-750B-9815-FA7BB61B9AC0}"/>
                    </a:ext>
                  </a:extLst>
                </p14:cNvPr>
                <p14:cNvContentPartPr/>
                <p14:nvPr/>
              </p14:nvContentPartPr>
              <p14:xfrm>
                <a:off x="7459046" y="2355737"/>
                <a:ext cx="591840" cy="103824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D375B2DF-71C0-750B-9815-FA7BB61B9A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41046" y="2337737"/>
                  <a:ext cx="627480" cy="1073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資料前處理</a:t>
            </a:r>
            <a:endParaRPr/>
          </a:p>
        </p:txBody>
      </p:sp>
      <p:sp>
        <p:nvSpPr>
          <p:cNvPr id="190" name="Google Shape;190;p10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body" idx="1"/>
          </p:nvPr>
        </p:nvSpPr>
        <p:spPr>
          <a:xfrm>
            <a:off x="437400" y="1210725"/>
            <a:ext cx="8706600" cy="3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 sz="1400" b="1"/>
              <a:t>刪除</a:t>
            </a:r>
            <a:r>
              <a:rPr lang="zh-TW" sz="1400"/>
              <a:t>測試資料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 sz="1400"/>
              <a:t>以分隊跟車輛呼號</a:t>
            </a:r>
            <a:r>
              <a:rPr lang="zh-TW" sz="1400" b="1"/>
              <a:t>合併</a:t>
            </a:r>
            <a:r>
              <a:rPr lang="zh-TW" sz="1400"/>
              <a:t>救護車紀錄及派遣紀錄（共 290,380 筆）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 sz="1400" b="1"/>
              <a:t>補齊時間缺值</a:t>
            </a:r>
            <a:r>
              <a:rPr lang="zh-TW" sz="1400"/>
              <a:t>的紀錄（e.g., 若救護車紀錄時間出現缺值，會以救指中心派遣紀錄補齊）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 sz="1400" b="1"/>
              <a:t>刪除</a:t>
            </a:r>
            <a:r>
              <a:rPr lang="zh-TW" sz="1400"/>
              <a:t>異常紀錄</a:t>
            </a:r>
            <a:r>
              <a:rPr lang="zh-TW" sz="1400" b="1">
                <a:solidFill>
                  <a:srgbClr val="0000FF"/>
                </a:solidFill>
              </a:rPr>
              <a:t>（刪除約 3.8%)</a:t>
            </a:r>
            <a:r>
              <a:rPr lang="zh-TW" sz="1400"/>
              <a:t>：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與時間相關：</a:t>
            </a:r>
            <a:endParaRPr/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zh-TW"/>
              <a:t>時間無法補值、時間點異常</a:t>
            </a:r>
            <a:br>
              <a:rPr lang="zh-TW"/>
            </a:br>
            <a:r>
              <a:rPr lang="zh-TW"/>
              <a:t>e.g., 時間長小於 0 、現場時間長 &gt; 4 小時、任一現場時間外的其他時間長 &gt; 1 小時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與事件緊急程度相關：Critical 與救護紀錄不相符（e.g.,  有出車到院但 Critical 為空值）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與地理位置相關：含無地址、無效地址、在雙北市以外的案發事件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 sz="1400" b="1"/>
              <a:t>刪除</a:t>
            </a:r>
            <a:r>
              <a:rPr lang="zh-TW" sz="1400"/>
              <a:t>發生在非常時期（2022/4/14 20:00 到 2022/6/15 08:00 ）的案件，避免模擬生成時間產生誤差</a:t>
            </a:r>
            <a:r>
              <a:rPr lang="zh-TW" sz="1400" b="1">
                <a:solidFill>
                  <a:srgbClr val="0000FF"/>
                </a:solidFill>
              </a:rPr>
              <a:t>（刪除約 9%）</a:t>
            </a:r>
            <a:endParaRPr sz="1400" b="1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zh-TW" sz="1400" b="1"/>
              <a:t>→ 最後資料整理完後有 252,505 筆</a:t>
            </a:r>
            <a:endParaRPr sz="1200" b="1"/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3800" y="3774325"/>
            <a:ext cx="3902602" cy="10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4748425" y="3829350"/>
            <a:ext cx="374700" cy="587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4317750" y="4789600"/>
            <a:ext cx="34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非常時期的派遣次數較平常多（如紅框區域）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AE80AEC3-9E51-1DD9-B8A9-AF54DA3FAE8F}"/>
              </a:ext>
            </a:extLst>
          </p:cNvPr>
          <p:cNvGrpSpPr/>
          <p:nvPr/>
        </p:nvGrpSpPr>
        <p:grpSpPr>
          <a:xfrm>
            <a:off x="3857878" y="829712"/>
            <a:ext cx="1694160" cy="394560"/>
            <a:chOff x="3857878" y="829712"/>
            <a:chExt cx="169416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E6D87D9E-B133-83BD-B72D-C53D078754EF}"/>
                    </a:ext>
                  </a:extLst>
                </p14:cNvPr>
                <p14:cNvContentPartPr/>
                <p14:nvPr/>
              </p14:nvContentPartPr>
              <p14:xfrm>
                <a:off x="3857878" y="884072"/>
                <a:ext cx="241560" cy="34020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E6D87D9E-B133-83BD-B72D-C53D078754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40238" y="866432"/>
                  <a:ext cx="277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AF8D6866-AB91-EBEB-5BD0-A116F7672BE8}"/>
                    </a:ext>
                  </a:extLst>
                </p14:cNvPr>
                <p14:cNvContentPartPr/>
                <p14:nvPr/>
              </p14:nvContentPartPr>
              <p14:xfrm>
                <a:off x="4213918" y="888032"/>
                <a:ext cx="197280" cy="24516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AF8D6866-AB91-EBEB-5BD0-A116F7672B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95918" y="870032"/>
                  <a:ext cx="2329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F8F891A9-BFFE-4C5C-A2C8-C7A87992FD49}"/>
                    </a:ext>
                  </a:extLst>
                </p14:cNvPr>
                <p14:cNvContentPartPr/>
                <p14:nvPr/>
              </p14:nvContentPartPr>
              <p14:xfrm>
                <a:off x="4491118" y="851312"/>
                <a:ext cx="260640" cy="23760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F8F891A9-BFFE-4C5C-A2C8-C7A87992FD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73478" y="833312"/>
                  <a:ext cx="296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6E2A85ED-7CFB-9413-5D0E-A7BE1BA4031B}"/>
                    </a:ext>
                  </a:extLst>
                </p14:cNvPr>
                <p14:cNvContentPartPr/>
                <p14:nvPr/>
              </p14:nvContentPartPr>
              <p14:xfrm>
                <a:off x="4807198" y="829712"/>
                <a:ext cx="216000" cy="24876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6E2A85ED-7CFB-9413-5D0E-A7BE1BA4031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89198" y="812072"/>
                  <a:ext cx="2516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C187A6B1-7BF2-1F0D-64D4-E2F3F0BE0F7C}"/>
                    </a:ext>
                  </a:extLst>
                </p14:cNvPr>
                <p14:cNvContentPartPr/>
                <p14:nvPr/>
              </p14:nvContentPartPr>
              <p14:xfrm>
                <a:off x="5238118" y="976592"/>
                <a:ext cx="313920" cy="1296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C187A6B1-7BF2-1F0D-64D4-E2F3F0BE0F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20118" y="958592"/>
                  <a:ext cx="34956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DE211E5B-AD18-36B7-947D-C808D46DEC69}"/>
              </a:ext>
            </a:extLst>
          </p:cNvPr>
          <p:cNvGrpSpPr/>
          <p:nvPr/>
        </p:nvGrpSpPr>
        <p:grpSpPr>
          <a:xfrm>
            <a:off x="5939758" y="781112"/>
            <a:ext cx="1119600" cy="403200"/>
            <a:chOff x="5939758" y="781112"/>
            <a:chExt cx="111960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D88C46C7-C40F-60F4-8471-662E39D41FB5}"/>
                    </a:ext>
                  </a:extLst>
                </p14:cNvPr>
                <p14:cNvContentPartPr/>
                <p14:nvPr/>
              </p14:nvContentPartPr>
              <p14:xfrm>
                <a:off x="5939758" y="879752"/>
                <a:ext cx="502560" cy="25092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D88C46C7-C40F-60F4-8471-662E39D41FB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22118" y="861752"/>
                  <a:ext cx="538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FE8BA126-A94E-15AD-7D4F-445FCFB1C41F}"/>
                    </a:ext>
                  </a:extLst>
                </p14:cNvPr>
                <p14:cNvContentPartPr/>
                <p14:nvPr/>
              </p14:nvContentPartPr>
              <p14:xfrm>
                <a:off x="6508558" y="871112"/>
                <a:ext cx="322560" cy="23724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FE8BA126-A94E-15AD-7D4F-445FCFB1C4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90558" y="853472"/>
                  <a:ext cx="358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FEC4F98C-9E3C-0ABC-52B6-FCBCA2F25BC5}"/>
                    </a:ext>
                  </a:extLst>
                </p14:cNvPr>
                <p14:cNvContentPartPr/>
                <p14:nvPr/>
              </p14:nvContentPartPr>
              <p14:xfrm>
                <a:off x="6854878" y="781112"/>
                <a:ext cx="204480" cy="40320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FEC4F98C-9E3C-0ABC-52B6-FCBCA2F25B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36878" y="763472"/>
                  <a:ext cx="240120" cy="43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0" name="筆跡 49">
                <a:extLst>
                  <a:ext uri="{FF2B5EF4-FFF2-40B4-BE49-F238E27FC236}">
                    <a16:creationId xmlns:a16="http://schemas.microsoft.com/office/drawing/2014/main" id="{DB356351-A047-EC38-539E-949BB4B125F8}"/>
                  </a:ext>
                </a:extLst>
              </p14:cNvPr>
              <p14:cNvContentPartPr/>
              <p14:nvPr/>
            </p14:nvContentPartPr>
            <p14:xfrm>
              <a:off x="1343520" y="4428930"/>
              <a:ext cx="2112480" cy="39960"/>
            </p14:xfrm>
          </p:contentPart>
        </mc:Choice>
        <mc:Fallback>
          <p:pic>
            <p:nvPicPr>
              <p:cNvPr id="50" name="筆跡 49">
                <a:extLst>
                  <a:ext uri="{FF2B5EF4-FFF2-40B4-BE49-F238E27FC236}">
                    <a16:creationId xmlns:a16="http://schemas.microsoft.com/office/drawing/2014/main" id="{DB356351-A047-EC38-539E-949BB4B125F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25880" y="4410930"/>
                <a:ext cx="2148120" cy="7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梯次劃分</a:t>
            </a:r>
            <a:endParaRPr/>
          </a:p>
        </p:txBody>
      </p:sp>
      <p:sp>
        <p:nvSpPr>
          <p:cNvPr id="207" name="Google Shape;207;p12"/>
          <p:cNvSpPr txBox="1">
            <a:spLocks noGrp="1"/>
          </p:cNvSpPr>
          <p:nvPr>
            <p:ph type="body" idx="1"/>
          </p:nvPr>
        </p:nvSpPr>
        <p:spPr>
          <a:xfrm>
            <a:off x="323400" y="1255725"/>
            <a:ext cx="8333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258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lang="zh-TW" sz="1480"/>
              <a:t>將一星期分為 14 個梯次，後續模擬模組以一個梯次為模擬的單位</a:t>
            </a:r>
            <a:endParaRPr sz="1480"/>
          </a:p>
          <a:p>
            <a:pPr marL="457200" lvl="0" indent="-32258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lang="zh-TW" sz="1480"/>
              <a:t>08:00 - 20:00 時段的平均案件數約為 20:00 - 08:00 案件數的 2 倍</a:t>
            </a:r>
            <a:endParaRPr sz="1480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880"/>
          </a:p>
        </p:txBody>
      </p:sp>
      <p:sp>
        <p:nvSpPr>
          <p:cNvPr id="208" name="Google Shape;208;p12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pic>
        <p:nvPicPr>
          <p:cNvPr id="209" name="Google Shape;20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325" y="2407660"/>
            <a:ext cx="3083326" cy="261596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2"/>
          <p:cNvSpPr/>
          <p:nvPr/>
        </p:nvSpPr>
        <p:spPr>
          <a:xfrm>
            <a:off x="1785425" y="2099550"/>
            <a:ext cx="1790400" cy="308100"/>
          </a:xfrm>
          <a:prstGeom prst="rect">
            <a:avLst/>
          </a:prstGeom>
          <a:solidFill>
            <a:srgbClr val="E9EDEE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梯次劃分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5503800" y="2099550"/>
            <a:ext cx="1790400" cy="308100"/>
          </a:xfrm>
          <a:prstGeom prst="rect">
            <a:avLst/>
          </a:prstGeom>
          <a:solidFill>
            <a:srgbClr val="E9EDEE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梯次平均出車數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2" name="Google Shape;21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6826" y="2500113"/>
            <a:ext cx="3217741" cy="24310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45C1551F-114A-9AC1-1197-812826A90F65}"/>
                  </a:ext>
                </a:extLst>
              </p14:cNvPr>
              <p14:cNvContentPartPr/>
              <p14:nvPr/>
            </p14:nvContentPartPr>
            <p14:xfrm>
              <a:off x="2244240" y="1001730"/>
              <a:ext cx="299520" cy="31284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45C1551F-114A-9AC1-1197-812826A90F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6240" y="984090"/>
                <a:ext cx="33516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CADD488D-33C8-54AC-AC47-40900E0E4221}"/>
                  </a:ext>
                </a:extLst>
              </p14:cNvPr>
              <p14:cNvContentPartPr/>
              <p14:nvPr/>
            </p14:nvContentPartPr>
            <p14:xfrm>
              <a:off x="5429160" y="3420210"/>
              <a:ext cx="543960" cy="1521720"/>
            </p14:xfrm>
          </p:contentPart>
        </mc:Choice>
        <mc:Fallback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CADD488D-33C8-54AC-AC47-40900E0E42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1160" y="3402210"/>
                <a:ext cx="579600" cy="155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派遣中心派遣規則定義</a:t>
            </a:r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graphicFrame>
        <p:nvGraphicFramePr>
          <p:cNvPr id="219" name="Google Shape;219;p13"/>
          <p:cNvGraphicFramePr/>
          <p:nvPr/>
        </p:nvGraphicFramePr>
        <p:xfrm>
          <a:off x="458813" y="1747113"/>
          <a:ext cx="8197975" cy="2925990"/>
        </p:xfrm>
        <a:graphic>
          <a:graphicData uri="http://schemas.openxmlformats.org/drawingml/2006/table">
            <a:tbl>
              <a:tblPr>
                <a:noFill/>
                <a:tableStyleId>{3586EC1B-BC75-4301-A912-AD67CD2D19BA}</a:tableStyleId>
              </a:tblPr>
              <a:tblGrid>
                <a:gridCol w="99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派遣類別</a:t>
                      </a:r>
                      <a:endParaRPr sz="1600" b="1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TW" sz="16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派遣救護車規則及狀況</a:t>
                      </a:r>
                      <a:endParaRPr sz="1600" b="1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單車派遣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zh-TW" sz="14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以離救護現場最近的分隊</a:t>
                      </a:r>
                      <a:r>
                        <a:rPr lang="zh-TW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派遣為主，不管是「高級救護分隊」或「基礎分隊」都可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zh-TW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單車出勤會因為坐不下而派遣多台救護車出勤（因此若今天是兩台基礎救護車都是基礎，仍是基礎案件）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雙軌派遣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zh-TW" sz="14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至少會派遣兩台救護車，且其中ㄧ台ㄧ定要是高級救護車</a:t>
                      </a:r>
                      <a:br>
                        <a:rPr lang="zh-TW" sz="14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zh-TW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（因此若今天僅有一台高級救護車出勤，就代表該台車作為「單車派遣」使用）</a:t>
                      </a:r>
                      <a:endParaRPr sz="1400" b="1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zh-TW" sz="14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會優先從高級救護隊派遣兩台，但萬一高級救護分隊只能提供一台，就會由離救護現場最近的「基礎分隊」派遣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" name="Google Shape;220;p13"/>
          <p:cNvSpPr txBox="1"/>
          <p:nvPr/>
        </p:nvSpPr>
        <p:spPr>
          <a:xfrm>
            <a:off x="437400" y="1196138"/>
            <a:ext cx="8706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zh-TW" sz="1500" b="1" i="0" u="none" strike="noStrike" cap="none">
                <a:solidFill>
                  <a:srgbClr val="1C3678"/>
                </a:solidFill>
                <a:latin typeface="Lato"/>
                <a:ea typeface="Lato"/>
                <a:cs typeface="Lato"/>
                <a:sym typeface="Lato"/>
              </a:rPr>
              <a:t>在執行模擬模組時，需考量單車與雙軌派遣，因此下方為本專案對於「單車」與「雙軌」的定義</a:t>
            </a:r>
            <a:endParaRPr sz="1500" b="1" i="0" u="none" strike="noStrike" cap="none">
              <a:solidFill>
                <a:srgbClr val="1C367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7986400" y="52100"/>
            <a:ext cx="107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名詞定義</a:t>
            </a:r>
            <a:endParaRPr sz="1400" b="1" i="0" u="none" strike="noStrike" cap="none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6ABB8DAD-2DAF-F3E5-891D-577C25E1C64E}"/>
              </a:ext>
            </a:extLst>
          </p:cNvPr>
          <p:cNvGrpSpPr/>
          <p:nvPr/>
        </p:nvGrpSpPr>
        <p:grpSpPr>
          <a:xfrm>
            <a:off x="2369880" y="4068930"/>
            <a:ext cx="3899160" cy="347040"/>
            <a:chOff x="2369880" y="4068930"/>
            <a:chExt cx="389916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D643FF7E-501D-9EF8-92B8-8866F8A4A4FB}"/>
                    </a:ext>
                  </a:extLst>
                </p14:cNvPr>
                <p14:cNvContentPartPr/>
                <p14:nvPr/>
              </p14:nvContentPartPr>
              <p14:xfrm>
                <a:off x="2369880" y="4068930"/>
                <a:ext cx="2168640" cy="30852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D643FF7E-501D-9EF8-92B8-8866F8A4A4F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52240" y="4051290"/>
                  <a:ext cx="22042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2436DCA3-E517-F1A3-B74B-BBDE60FC408C}"/>
                    </a:ext>
                  </a:extLst>
                </p14:cNvPr>
                <p14:cNvContentPartPr/>
                <p14:nvPr/>
              </p14:nvContentPartPr>
              <p14:xfrm>
                <a:off x="5188320" y="4382850"/>
                <a:ext cx="1080720" cy="3312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2436DCA3-E517-F1A3-B74B-BBDE60FC408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70680" y="4365210"/>
                  <a:ext cx="111636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9" name="筆跡 58">
                <a:extLst>
                  <a:ext uri="{FF2B5EF4-FFF2-40B4-BE49-F238E27FC236}">
                    <a16:creationId xmlns:a16="http://schemas.microsoft.com/office/drawing/2014/main" id="{6A2C9F45-688F-38A5-5125-F382F63AF589}"/>
                  </a:ext>
                </a:extLst>
              </p14:cNvPr>
              <p14:cNvContentPartPr/>
              <p14:nvPr/>
            </p14:nvContentPartPr>
            <p14:xfrm>
              <a:off x="3246120" y="4646730"/>
              <a:ext cx="560520" cy="47880"/>
            </p14:xfrm>
          </p:contentPart>
        </mc:Choice>
        <mc:Fallback>
          <p:pic>
            <p:nvPicPr>
              <p:cNvPr id="59" name="筆跡 58">
                <a:extLst>
                  <a:ext uri="{FF2B5EF4-FFF2-40B4-BE49-F238E27FC236}">
                    <a16:creationId xmlns:a16="http://schemas.microsoft.com/office/drawing/2014/main" id="{6A2C9F45-688F-38A5-5125-F382F63AF5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28480" y="4629090"/>
                <a:ext cx="596160" cy="8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高級／基礎分隊作為單車／雙軌資料統計結果</a:t>
            </a:r>
            <a:endParaRPr/>
          </a:p>
        </p:txBody>
      </p:sp>
      <p:sp>
        <p:nvSpPr>
          <p:cNvPr id="227" name="Google Shape;227;p14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graphicFrame>
        <p:nvGraphicFramePr>
          <p:cNvPr id="228" name="Google Shape;228;p14"/>
          <p:cNvGraphicFramePr/>
          <p:nvPr/>
        </p:nvGraphicFramePr>
        <p:xfrm>
          <a:off x="434500" y="2065425"/>
          <a:ext cx="7239000" cy="1188630"/>
        </p:xfrm>
        <a:graphic>
          <a:graphicData uri="http://schemas.openxmlformats.org/drawingml/2006/table">
            <a:tbl>
              <a:tblPr>
                <a:noFill/>
                <a:tableStyleId>{3586EC1B-BC75-4301-A912-AD67CD2D19BA}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b="1" u="none" strike="noStrike" cap="none"/>
                        <a:t>分隊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b="1" u="none" strike="noStrike" cap="none"/>
                        <a:t>單車派遣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b="1" u="none" strike="noStrike" cap="none"/>
                        <a:t>雙軌派遣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基礎分隊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205,765 個救護車紀錄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9,282 個救護車紀錄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高級分隊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26,122 個救護車紀錄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10,706 個救護車紀錄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" name="Google Shape;229;p14"/>
          <p:cNvSpPr txBox="1"/>
          <p:nvPr/>
        </p:nvSpPr>
        <p:spPr>
          <a:xfrm>
            <a:off x="434500" y="3438450"/>
            <a:ext cx="76830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zh-TW" sz="15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→ 大部分事件為單車派遣</a:t>
            </a:r>
            <a:endParaRPr sz="1500" b="0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zh-TW" sz="15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→ 雙軌派遣由基礎分隊與高級分隊派遣的救護車數差異不大，這表示雙軌派遣大多為 1 台基礎救護車 + 1 台高級救護車 </a:t>
            </a:r>
            <a:endParaRPr sz="1500" b="0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309250" y="1216913"/>
            <a:ext cx="8706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1C3678"/>
                </a:solidFill>
                <a:latin typeface="Lato"/>
                <a:ea typeface="Lato"/>
                <a:cs typeface="Lato"/>
                <a:sym typeface="Lato"/>
              </a:rPr>
              <a:t>下方表格為本專案資料中，由高級／基礎分隊作為單車／雙軌派遣的結果：</a:t>
            </a:r>
            <a:endParaRPr sz="1600" b="1" i="0" u="none" strike="noStrike" cap="none">
              <a:solidFill>
                <a:srgbClr val="1C367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與事件嚴重程度相關的 3 種指標</a:t>
            </a:r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body" idx="1"/>
          </p:nvPr>
        </p:nvSpPr>
        <p:spPr>
          <a:xfrm>
            <a:off x="171000" y="1601775"/>
            <a:ext cx="8485800" cy="15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本研究使用與案件相關的嚴重程度項目共有 3 個，包含 Critical, IClassification, 雙軌／單車</a:t>
            </a:r>
            <a:br>
              <a:rPr lang="zh-TW" sz="1400"/>
            </a:br>
            <a:r>
              <a:rPr lang="zh-TW" sz="1400"/>
              <a:t>下方為對各個項目的定義：</a:t>
            </a:r>
            <a:endParaRPr sz="140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Critical （是／否）: 原資料內有提供此欄位，紀錄現場判斷是否為危急個案。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IClassification（一級～五級）：原資料內有提供此欄位，紀錄案件到院檢傷的分級。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雙軌（True／False）：原資料內未提供此欄位，因此用雙軌派遣的定義為每個案件劃分。</a:t>
            </a:r>
            <a:endParaRPr/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若對應同一個案號有一台以上高級救護車，且總出勤車數大於或等於兩台，則劃分該案件為雙軌。</a:t>
            </a:r>
            <a:endParaRPr/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其他情形則將案件劃分為單車。</a:t>
            </a:r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  <p:pic>
        <p:nvPicPr>
          <p:cNvPr id="238" name="Google Shape;238;p15"/>
          <p:cNvPicPr preferRelativeResize="0"/>
          <p:nvPr/>
        </p:nvPicPr>
        <p:blipFill rotWithShape="1">
          <a:blip r:embed="rId3">
            <a:alphaModFix/>
          </a:blip>
          <a:srcRect t="2123"/>
          <a:stretch/>
        </p:blipFill>
        <p:spPr>
          <a:xfrm>
            <a:off x="9367350" y="1871900"/>
            <a:ext cx="3327050" cy="22531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 txBox="1"/>
          <p:nvPr/>
        </p:nvSpPr>
        <p:spPr>
          <a:xfrm>
            <a:off x="323400" y="1146688"/>
            <a:ext cx="870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C3678"/>
                </a:solidFill>
                <a:latin typeface="Lato"/>
                <a:ea typeface="Lato"/>
                <a:cs typeface="Lato"/>
                <a:sym typeface="Lato"/>
              </a:rPr>
              <a:t>在執行模擬模組時，亦需考量事件嚴重程度，以利判斷單車或雙軌派遣，下方為對該項目的定義。</a:t>
            </a:r>
            <a:endParaRPr sz="1400" b="1" i="0" u="none" strike="noStrike" cap="none">
              <a:solidFill>
                <a:srgbClr val="1C367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986400" y="52100"/>
            <a:ext cx="107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名詞定義</a:t>
            </a:r>
            <a:endParaRPr sz="1400" b="1" i="0" u="none" strike="noStrike" cap="none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依事件嚴重程度分類的資料整理結果：</a:t>
            </a:r>
            <a:endParaRPr/>
          </a:p>
        </p:txBody>
      </p:sp>
      <p:sp>
        <p:nvSpPr>
          <p:cNvPr id="246" name="Google Shape;246;p16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graphicFrame>
        <p:nvGraphicFramePr>
          <p:cNvPr id="247" name="Google Shape;247;p16"/>
          <p:cNvGraphicFramePr/>
          <p:nvPr/>
        </p:nvGraphicFramePr>
        <p:xfrm>
          <a:off x="6228288" y="2252850"/>
          <a:ext cx="2535550" cy="1142910"/>
        </p:xfrm>
        <a:graphic>
          <a:graphicData uri="http://schemas.openxmlformats.org/drawingml/2006/table">
            <a:tbl>
              <a:tblPr>
                <a:noFill/>
                <a:tableStyleId>{3586EC1B-BC75-4301-A912-AD67CD2D19BA}</a:tableStyleId>
              </a:tblPr>
              <a:tblGrid>
                <a:gridCol w="111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b="1" u="none" strike="noStrike" cap="none"/>
                        <a:t>雙軌與否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b="1" u="none" strike="noStrike" cap="none"/>
                        <a:t>資料筆數比例</a:t>
                      </a:r>
                      <a:endParaRPr sz="1300" b="1" u="none" strike="noStrike" cap="none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/>
                        <a:t>雙軌派遣</a:t>
                      </a:r>
                      <a:endParaRPr sz="13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/>
                        <a:t>8.4 %</a:t>
                      </a:r>
                      <a:endParaRPr sz="13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/>
                        <a:t>單車派遣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/>
                        <a:t>91.6 %</a:t>
                      </a:r>
                      <a:endParaRPr sz="1300" u="none" strike="noStrike" cap="none"/>
                    </a:p>
                  </a:txBody>
                  <a:tcPr marL="91425" marR="91425" marT="91425" marB="91425"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8" name="Google Shape;248;p16"/>
          <p:cNvGraphicFramePr/>
          <p:nvPr/>
        </p:nvGraphicFramePr>
        <p:xfrm>
          <a:off x="614050" y="2252850"/>
          <a:ext cx="2320975" cy="1523880"/>
        </p:xfrm>
        <a:graphic>
          <a:graphicData uri="http://schemas.openxmlformats.org/drawingml/2006/table">
            <a:tbl>
              <a:tblPr>
                <a:noFill/>
                <a:tableStyleId>{3586EC1B-BC75-4301-A912-AD67CD2D19BA}</a:tableStyleId>
              </a:tblPr>
              <a:tblGrid>
                <a:gridCol w="82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Critical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資料筆數比例</a:t>
                      </a:r>
                      <a:endParaRPr sz="1300" b="1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是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15.5 %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否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76.4 %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NaN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8.2 %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9" name="Google Shape;249;p16"/>
          <p:cNvGraphicFramePr/>
          <p:nvPr/>
        </p:nvGraphicFramePr>
        <p:xfrm>
          <a:off x="3318575" y="2252850"/>
          <a:ext cx="2489600" cy="2666790"/>
        </p:xfrm>
        <a:graphic>
          <a:graphicData uri="http://schemas.openxmlformats.org/drawingml/2006/table">
            <a:tbl>
              <a:tblPr>
                <a:noFill/>
                <a:tableStyleId>{3586EC1B-BC75-4301-A912-AD67CD2D19BA}</a:tableStyleId>
              </a:tblPr>
              <a:tblGrid>
                <a:gridCol w="12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IClassification</a:t>
                      </a:r>
                      <a:endParaRPr sz="1300" b="1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b="1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資料筆數比例</a:t>
                      </a:r>
                      <a:endParaRPr sz="1300" b="1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一級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7.4 %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二級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15.9 %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三級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45.7 %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四級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4.0 %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五級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0.3 %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NaN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zh-TW" sz="13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26.7 %</a:t>
                      </a:r>
                      <a:endParaRPr sz="13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50" name="Google Shape;250;p16"/>
          <p:cNvPicPr preferRelativeResize="0"/>
          <p:nvPr/>
        </p:nvPicPr>
        <p:blipFill rotWithShape="1">
          <a:blip r:embed="rId3">
            <a:alphaModFix/>
          </a:blip>
          <a:srcRect t="2123"/>
          <a:stretch/>
        </p:blipFill>
        <p:spPr>
          <a:xfrm>
            <a:off x="9367350" y="1871900"/>
            <a:ext cx="3327050" cy="2253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6"/>
          <p:cNvSpPr txBox="1"/>
          <p:nvPr/>
        </p:nvSpPr>
        <p:spPr>
          <a:xfrm>
            <a:off x="309250" y="1140713"/>
            <a:ext cx="8706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C3678"/>
                </a:solidFill>
                <a:latin typeface="Lato"/>
                <a:ea typeface="Lato"/>
                <a:cs typeface="Lato"/>
                <a:sym typeface="Lato"/>
              </a:rPr>
              <a:t>下方表格為依照 Critical, IClassification, 雙軌／單車 三個類別的嚴重程度分類的資料分佈：</a:t>
            </a:r>
            <a:br>
              <a:rPr lang="zh-TW" sz="1400" b="1" i="0" u="none" strike="noStrike" cap="none">
                <a:solidFill>
                  <a:srgbClr val="1C3678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zh-TW" sz="1400" b="1" i="0" u="none" strike="noStrike" cap="none">
                <a:solidFill>
                  <a:srgbClr val="1C3678"/>
                </a:solidFill>
                <a:latin typeface="Lato"/>
                <a:ea typeface="Lato"/>
                <a:cs typeface="Lato"/>
                <a:sym typeface="Lato"/>
              </a:rPr>
              <a:t>[註：紅底代表該類別佔比最大的項目]</a:t>
            </a:r>
            <a:endParaRPr sz="1400" b="1" i="0" u="none" strike="noStrike" cap="none">
              <a:solidFill>
                <a:srgbClr val="1C367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0" y="0"/>
            <a:ext cx="448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634388" y="1820688"/>
            <a:ext cx="228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依 Critical 分類 </a:t>
            </a:r>
            <a:endParaRPr sz="1400" b="0" i="0" u="none" strike="noStrike" cap="none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3101625" y="1820675"/>
            <a:ext cx="292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依 IClassification 分類</a:t>
            </a:r>
            <a:endParaRPr sz="1400" b="0" i="0" u="none" strike="noStrike" cap="none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6111863" y="1788725"/>
            <a:ext cx="276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依單車與雙軌派遣分類</a:t>
            </a:r>
            <a:endParaRPr sz="1400" b="0" i="0" u="none" strike="noStrike" cap="none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>
            <a:spLocks noGrp="1"/>
          </p:cNvSpPr>
          <p:nvPr>
            <p:ph type="title"/>
          </p:nvPr>
        </p:nvSpPr>
        <p:spPr>
          <a:xfrm>
            <a:off x="323400" y="556625"/>
            <a:ext cx="8333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三種任務情境</a:t>
            </a:r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ldNum" idx="12"/>
          </p:nvPr>
        </p:nvSpPr>
        <p:spPr>
          <a:xfrm>
            <a:off x="8418152" y="4701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641675" y="3515350"/>
            <a:ext cx="1922700" cy="18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6725225" y="3515350"/>
            <a:ext cx="1350000" cy="18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550850" y="3515350"/>
            <a:ext cx="4174500" cy="18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641675" y="4170675"/>
            <a:ext cx="3672900" cy="18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6725350" y="4170675"/>
            <a:ext cx="1350000" cy="18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4314575" y="4170675"/>
            <a:ext cx="2410800" cy="18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641675" y="4806100"/>
            <a:ext cx="7433700" cy="18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497850" y="3164850"/>
            <a:ext cx="79989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情境 1</a:t>
            </a:r>
            <a:r>
              <a:rPr lang="zh-TW"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： 有出勤但沒有到現場（沒有到達、離開、到院、離院時間），共 7,365 台救護車出勤紀錄</a:t>
            </a:r>
            <a:endParaRPr sz="13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473325" y="3819175"/>
            <a:ext cx="79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情境 2</a:t>
            </a:r>
            <a:r>
              <a:rPr lang="zh-TW"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： 有到現場但沒有到醫院（沒有到院、離院時間），共 48,875 台救護車出勤紀錄</a:t>
            </a:r>
            <a:endParaRPr sz="13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473325" y="4482100"/>
            <a:ext cx="804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情境 3</a:t>
            </a:r>
            <a:r>
              <a:rPr lang="zh-TW"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： 有將病患送往醫院（有完整的時間點</a:t>
            </a:r>
            <a:r>
              <a:rPr lang="zh-TW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r>
              <a:rPr lang="zh-TW"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，共 195,635 台救護車出勤紀錄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7"/>
          <p:cNvCxnSpPr/>
          <p:nvPr/>
        </p:nvCxnSpPr>
        <p:spPr>
          <a:xfrm>
            <a:off x="496950" y="2158922"/>
            <a:ext cx="7875900" cy="120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3" name="Google Shape;273;p17"/>
          <p:cNvSpPr txBox="1"/>
          <p:nvPr/>
        </p:nvSpPr>
        <p:spPr>
          <a:xfrm>
            <a:off x="1424014" y="2235049"/>
            <a:ext cx="2715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派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遣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時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2336202" y="2271217"/>
            <a:ext cx="2319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出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勤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時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3253120" y="2271205"/>
            <a:ext cx="2715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到達時間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4214325" y="2272092"/>
            <a:ext cx="1965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離開時間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17"/>
          <p:cNvSpPr txBox="1"/>
          <p:nvPr/>
        </p:nvSpPr>
        <p:spPr>
          <a:xfrm>
            <a:off x="5132483" y="2272092"/>
            <a:ext cx="2319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到院時間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6539348" y="2272092"/>
            <a:ext cx="2715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離院時間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7727055" y="2317064"/>
            <a:ext cx="2715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返隊時間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559530" y="2039857"/>
            <a:ext cx="923700" cy="239400"/>
          </a:xfrm>
          <a:prstGeom prst="rect">
            <a:avLst/>
          </a:prstGeom>
          <a:solidFill>
            <a:srgbClr val="E9EDEE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出車時間長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2470819" y="2037116"/>
            <a:ext cx="954900" cy="239400"/>
          </a:xfrm>
          <a:prstGeom prst="rect">
            <a:avLst/>
          </a:prstGeom>
          <a:solidFill>
            <a:srgbClr val="E9EDEE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旅行時間長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3390870" y="2037116"/>
            <a:ext cx="923700" cy="239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現場時間長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4307362" y="2037116"/>
            <a:ext cx="983700" cy="239400"/>
          </a:xfrm>
          <a:prstGeom prst="rect">
            <a:avLst/>
          </a:prstGeom>
          <a:solidFill>
            <a:srgbClr val="E9EDEE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運送時間長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5291001" y="2037116"/>
            <a:ext cx="1350000" cy="239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醫院停留時間長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641202" y="2037124"/>
            <a:ext cx="1260600" cy="239400"/>
          </a:xfrm>
          <a:prstGeom prst="rect">
            <a:avLst/>
          </a:prstGeom>
          <a:solidFill>
            <a:srgbClr val="E9EDEE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返隊時間長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41657" y="1799738"/>
            <a:ext cx="2749500" cy="239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反應時間長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434150" y="2288665"/>
            <a:ext cx="349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受理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時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間</a:t>
            </a:r>
            <a:endParaRPr sz="1100" b="0" i="0" u="none" strike="noStrike" cap="non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41669" y="2039857"/>
            <a:ext cx="923700" cy="239400"/>
          </a:xfrm>
          <a:prstGeom prst="rect">
            <a:avLst/>
          </a:prstGeom>
          <a:solidFill>
            <a:srgbClr val="E9EDEE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派遣時間長</a:t>
            </a:r>
            <a:endParaRPr sz="11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462575" y="1270000"/>
            <a:ext cx="7496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"/>
              <a:buChar char="●"/>
            </a:pPr>
            <a:r>
              <a:rPr lang="zh-TW" sz="1400" b="0" i="0" u="none" strike="noStrike" cap="none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依據任務完成情況分成三種任務情境</a:t>
            </a:r>
            <a:endParaRPr sz="1400" b="0" i="0" u="none" strike="noStrike" cap="none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09" name="群組 308">
            <a:extLst>
              <a:ext uri="{FF2B5EF4-FFF2-40B4-BE49-F238E27FC236}">
                <a16:creationId xmlns:a16="http://schemas.microsoft.com/office/drawing/2014/main" id="{1A73BF10-CBDB-5A1B-5F46-E466413CC873}"/>
              </a:ext>
            </a:extLst>
          </p:cNvPr>
          <p:cNvGrpSpPr/>
          <p:nvPr/>
        </p:nvGrpSpPr>
        <p:grpSpPr>
          <a:xfrm>
            <a:off x="4209840" y="339690"/>
            <a:ext cx="200880" cy="317160"/>
            <a:chOff x="4209840" y="339690"/>
            <a:chExt cx="20088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92" name="筆跡 291">
                  <a:extLst>
                    <a:ext uri="{FF2B5EF4-FFF2-40B4-BE49-F238E27FC236}">
                      <a16:creationId xmlns:a16="http://schemas.microsoft.com/office/drawing/2014/main" id="{564FEE58-2325-41B3-DB77-80288E131737}"/>
                    </a:ext>
                  </a:extLst>
                </p14:cNvPr>
                <p14:cNvContentPartPr/>
                <p14:nvPr/>
              </p14:nvContentPartPr>
              <p14:xfrm>
                <a:off x="4209840" y="339690"/>
                <a:ext cx="103320" cy="297720"/>
              </p14:xfrm>
            </p:contentPart>
          </mc:Choice>
          <mc:Fallback>
            <p:pic>
              <p:nvPicPr>
                <p:cNvPr id="292" name="筆跡 291">
                  <a:extLst>
                    <a:ext uri="{FF2B5EF4-FFF2-40B4-BE49-F238E27FC236}">
                      <a16:creationId xmlns:a16="http://schemas.microsoft.com/office/drawing/2014/main" id="{564FEE58-2325-41B3-DB77-80288E1317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91840" y="321690"/>
                  <a:ext cx="1389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93" name="筆跡 292">
                  <a:extLst>
                    <a:ext uri="{FF2B5EF4-FFF2-40B4-BE49-F238E27FC236}">
                      <a16:creationId xmlns:a16="http://schemas.microsoft.com/office/drawing/2014/main" id="{77B32F0F-7E01-32A3-E7C6-DB812AFC5A2B}"/>
                    </a:ext>
                  </a:extLst>
                </p14:cNvPr>
                <p14:cNvContentPartPr/>
                <p14:nvPr/>
              </p14:nvContentPartPr>
              <p14:xfrm>
                <a:off x="4393440" y="655410"/>
                <a:ext cx="17280" cy="1440"/>
              </p14:xfrm>
            </p:contentPart>
          </mc:Choice>
          <mc:Fallback>
            <p:pic>
              <p:nvPicPr>
                <p:cNvPr id="293" name="筆跡 292">
                  <a:extLst>
                    <a:ext uri="{FF2B5EF4-FFF2-40B4-BE49-F238E27FC236}">
                      <a16:creationId xmlns:a16="http://schemas.microsoft.com/office/drawing/2014/main" id="{77B32F0F-7E01-32A3-E7C6-DB812AFC5A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75800" y="637410"/>
                  <a:ext cx="5292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2" name="筆跡 301">
                <a:extLst>
                  <a:ext uri="{FF2B5EF4-FFF2-40B4-BE49-F238E27FC236}">
                    <a16:creationId xmlns:a16="http://schemas.microsoft.com/office/drawing/2014/main" id="{653F08DA-A6A2-EAF8-165E-7AA222DADC45}"/>
                  </a:ext>
                </a:extLst>
              </p14:cNvPr>
              <p14:cNvContentPartPr/>
              <p14:nvPr/>
            </p14:nvContentPartPr>
            <p14:xfrm>
              <a:off x="7231320" y="410250"/>
              <a:ext cx="228240" cy="21600"/>
            </p14:xfrm>
          </p:contentPart>
        </mc:Choice>
        <mc:Fallback>
          <p:pic>
            <p:nvPicPr>
              <p:cNvPr id="302" name="筆跡 301">
                <a:extLst>
                  <a:ext uri="{FF2B5EF4-FFF2-40B4-BE49-F238E27FC236}">
                    <a16:creationId xmlns:a16="http://schemas.microsoft.com/office/drawing/2014/main" id="{653F08DA-A6A2-EAF8-165E-7AA222DADC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13320" y="392250"/>
                <a:ext cx="263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03" name="筆跡 302">
                <a:extLst>
                  <a:ext uri="{FF2B5EF4-FFF2-40B4-BE49-F238E27FC236}">
                    <a16:creationId xmlns:a16="http://schemas.microsoft.com/office/drawing/2014/main" id="{E8409050-F32A-198F-64E6-A5236F166DF5}"/>
                  </a:ext>
                </a:extLst>
              </p14:cNvPr>
              <p14:cNvContentPartPr/>
              <p14:nvPr/>
            </p14:nvContentPartPr>
            <p14:xfrm>
              <a:off x="7361640" y="260850"/>
              <a:ext cx="65880" cy="317160"/>
            </p14:xfrm>
          </p:contentPart>
        </mc:Choice>
        <mc:Fallback>
          <p:pic>
            <p:nvPicPr>
              <p:cNvPr id="303" name="筆跡 302">
                <a:extLst>
                  <a:ext uri="{FF2B5EF4-FFF2-40B4-BE49-F238E27FC236}">
                    <a16:creationId xmlns:a16="http://schemas.microsoft.com/office/drawing/2014/main" id="{E8409050-F32A-198F-64E6-A5236F166D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43640" y="243210"/>
                <a:ext cx="10152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04" name="筆跡 303">
                <a:extLst>
                  <a:ext uri="{FF2B5EF4-FFF2-40B4-BE49-F238E27FC236}">
                    <a16:creationId xmlns:a16="http://schemas.microsoft.com/office/drawing/2014/main" id="{46425A4A-81AF-1A14-9C64-55D369D19FB5}"/>
                  </a:ext>
                </a:extLst>
              </p14:cNvPr>
              <p14:cNvContentPartPr/>
              <p14:nvPr/>
            </p14:nvContentPartPr>
            <p14:xfrm>
              <a:off x="7489800" y="510690"/>
              <a:ext cx="34200" cy="83160"/>
            </p14:xfrm>
          </p:contentPart>
        </mc:Choice>
        <mc:Fallback>
          <p:pic>
            <p:nvPicPr>
              <p:cNvPr id="304" name="筆跡 303">
                <a:extLst>
                  <a:ext uri="{FF2B5EF4-FFF2-40B4-BE49-F238E27FC236}">
                    <a16:creationId xmlns:a16="http://schemas.microsoft.com/office/drawing/2014/main" id="{46425A4A-81AF-1A14-9C64-55D369D19F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71800" y="493050"/>
                <a:ext cx="698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5" name="筆跡 304">
                <a:extLst>
                  <a:ext uri="{FF2B5EF4-FFF2-40B4-BE49-F238E27FC236}">
                    <a16:creationId xmlns:a16="http://schemas.microsoft.com/office/drawing/2014/main" id="{A70BE2B1-6689-C189-788A-D31CDB830F7F}"/>
                  </a:ext>
                </a:extLst>
              </p14:cNvPr>
              <p14:cNvContentPartPr/>
              <p14:nvPr/>
            </p14:nvContentPartPr>
            <p14:xfrm>
              <a:off x="7579440" y="302610"/>
              <a:ext cx="10440" cy="42120"/>
            </p14:xfrm>
          </p:contentPart>
        </mc:Choice>
        <mc:Fallback>
          <p:pic>
            <p:nvPicPr>
              <p:cNvPr id="305" name="筆跡 304">
                <a:extLst>
                  <a:ext uri="{FF2B5EF4-FFF2-40B4-BE49-F238E27FC236}">
                    <a16:creationId xmlns:a16="http://schemas.microsoft.com/office/drawing/2014/main" id="{A70BE2B1-6689-C189-788A-D31CDB830F7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61440" y="284970"/>
                <a:ext cx="460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6" name="筆跡 305">
                <a:extLst>
                  <a:ext uri="{FF2B5EF4-FFF2-40B4-BE49-F238E27FC236}">
                    <a16:creationId xmlns:a16="http://schemas.microsoft.com/office/drawing/2014/main" id="{8ED75B97-5D23-67E4-3A65-F4D412D0F460}"/>
                  </a:ext>
                </a:extLst>
              </p14:cNvPr>
              <p14:cNvContentPartPr/>
              <p14:nvPr/>
            </p14:nvContentPartPr>
            <p14:xfrm>
              <a:off x="7607160" y="419610"/>
              <a:ext cx="566280" cy="176040"/>
            </p14:xfrm>
          </p:contentPart>
        </mc:Choice>
        <mc:Fallback>
          <p:pic>
            <p:nvPicPr>
              <p:cNvPr id="306" name="筆跡 305">
                <a:extLst>
                  <a:ext uri="{FF2B5EF4-FFF2-40B4-BE49-F238E27FC236}">
                    <a16:creationId xmlns:a16="http://schemas.microsoft.com/office/drawing/2014/main" id="{8ED75B97-5D23-67E4-3A65-F4D412D0F46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89160" y="401610"/>
                <a:ext cx="6019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20" name="筆跡 319">
                <a:extLst>
                  <a:ext uri="{FF2B5EF4-FFF2-40B4-BE49-F238E27FC236}">
                    <a16:creationId xmlns:a16="http://schemas.microsoft.com/office/drawing/2014/main" id="{0A4E0677-D4D9-1223-4D55-E0CBA3125051}"/>
                  </a:ext>
                </a:extLst>
              </p14:cNvPr>
              <p14:cNvContentPartPr/>
              <p14:nvPr/>
            </p14:nvContentPartPr>
            <p14:xfrm>
              <a:off x="5193360" y="710490"/>
              <a:ext cx="2923920" cy="78840"/>
            </p14:xfrm>
          </p:contentPart>
        </mc:Choice>
        <mc:Fallback>
          <p:pic>
            <p:nvPicPr>
              <p:cNvPr id="320" name="筆跡 319">
                <a:extLst>
                  <a:ext uri="{FF2B5EF4-FFF2-40B4-BE49-F238E27FC236}">
                    <a16:creationId xmlns:a16="http://schemas.microsoft.com/office/drawing/2014/main" id="{0A4E0677-D4D9-1223-4D55-E0CBA312505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75360" y="692850"/>
                <a:ext cx="29595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25" name="筆跡 324">
                <a:extLst>
                  <a:ext uri="{FF2B5EF4-FFF2-40B4-BE49-F238E27FC236}">
                    <a16:creationId xmlns:a16="http://schemas.microsoft.com/office/drawing/2014/main" id="{C6AAE229-99F7-723C-5ED5-D1C3CC89B969}"/>
                  </a:ext>
                </a:extLst>
              </p14:cNvPr>
              <p14:cNvContentPartPr/>
              <p14:nvPr/>
            </p14:nvContentPartPr>
            <p14:xfrm>
              <a:off x="4160880" y="1241850"/>
              <a:ext cx="199800" cy="294120"/>
            </p14:xfrm>
          </p:contentPart>
        </mc:Choice>
        <mc:Fallback>
          <p:pic>
            <p:nvPicPr>
              <p:cNvPr id="325" name="筆跡 324">
                <a:extLst>
                  <a:ext uri="{FF2B5EF4-FFF2-40B4-BE49-F238E27FC236}">
                    <a16:creationId xmlns:a16="http://schemas.microsoft.com/office/drawing/2014/main" id="{C6AAE229-99F7-723C-5ED5-D1C3CC89B96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42880" y="1223850"/>
                <a:ext cx="2354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26" name="筆跡 325">
                <a:extLst>
                  <a:ext uri="{FF2B5EF4-FFF2-40B4-BE49-F238E27FC236}">
                    <a16:creationId xmlns:a16="http://schemas.microsoft.com/office/drawing/2014/main" id="{D1E3CC57-BCEA-EA56-281C-F2E77EBB90B1}"/>
                  </a:ext>
                </a:extLst>
              </p14:cNvPr>
              <p14:cNvContentPartPr/>
              <p14:nvPr/>
            </p14:nvContentPartPr>
            <p14:xfrm>
              <a:off x="4419720" y="1680330"/>
              <a:ext cx="10080" cy="1080"/>
            </p14:xfrm>
          </p:contentPart>
        </mc:Choice>
        <mc:Fallback>
          <p:pic>
            <p:nvPicPr>
              <p:cNvPr id="326" name="筆跡 325">
                <a:extLst>
                  <a:ext uri="{FF2B5EF4-FFF2-40B4-BE49-F238E27FC236}">
                    <a16:creationId xmlns:a16="http://schemas.microsoft.com/office/drawing/2014/main" id="{D1E3CC57-BCEA-EA56-281C-F2E77EBB90B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01720" y="1662690"/>
                <a:ext cx="45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36" name="筆跡 335">
                <a:extLst>
                  <a:ext uri="{FF2B5EF4-FFF2-40B4-BE49-F238E27FC236}">
                    <a16:creationId xmlns:a16="http://schemas.microsoft.com/office/drawing/2014/main" id="{678A903C-EE9F-403E-90DC-809F2C5384B5}"/>
                  </a:ext>
                </a:extLst>
              </p14:cNvPr>
              <p14:cNvContentPartPr/>
              <p14:nvPr/>
            </p14:nvContentPartPr>
            <p14:xfrm>
              <a:off x="7527600" y="1582410"/>
              <a:ext cx="119880" cy="379080"/>
            </p14:xfrm>
          </p:contentPart>
        </mc:Choice>
        <mc:Fallback>
          <p:pic>
            <p:nvPicPr>
              <p:cNvPr id="336" name="筆跡 335">
                <a:extLst>
                  <a:ext uri="{FF2B5EF4-FFF2-40B4-BE49-F238E27FC236}">
                    <a16:creationId xmlns:a16="http://schemas.microsoft.com/office/drawing/2014/main" id="{678A903C-EE9F-403E-90DC-809F2C5384B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509960" y="1564410"/>
                <a:ext cx="155520" cy="41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5" name="群組 354">
            <a:extLst>
              <a:ext uri="{FF2B5EF4-FFF2-40B4-BE49-F238E27FC236}">
                <a16:creationId xmlns:a16="http://schemas.microsoft.com/office/drawing/2014/main" id="{DA111BEC-959F-0686-A5D0-5257F9B44E3A}"/>
              </a:ext>
            </a:extLst>
          </p:cNvPr>
          <p:cNvGrpSpPr/>
          <p:nvPr/>
        </p:nvGrpSpPr>
        <p:grpSpPr>
          <a:xfrm>
            <a:off x="7136280" y="2130690"/>
            <a:ext cx="1455480" cy="308160"/>
            <a:chOff x="7136280" y="2130690"/>
            <a:chExt cx="145548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7" name="筆跡 346">
                  <a:extLst>
                    <a:ext uri="{FF2B5EF4-FFF2-40B4-BE49-F238E27FC236}">
                      <a16:creationId xmlns:a16="http://schemas.microsoft.com/office/drawing/2014/main" id="{CDEE6053-3ED2-D1B2-D07C-F39EBAD55B85}"/>
                    </a:ext>
                  </a:extLst>
                </p14:cNvPr>
                <p14:cNvContentPartPr/>
                <p14:nvPr/>
              </p14:nvContentPartPr>
              <p14:xfrm>
                <a:off x="7136280" y="2270010"/>
                <a:ext cx="143280" cy="168840"/>
              </p14:xfrm>
            </p:contentPart>
          </mc:Choice>
          <mc:Fallback>
            <p:pic>
              <p:nvPicPr>
                <p:cNvPr id="347" name="筆跡 346">
                  <a:extLst>
                    <a:ext uri="{FF2B5EF4-FFF2-40B4-BE49-F238E27FC236}">
                      <a16:creationId xmlns:a16="http://schemas.microsoft.com/office/drawing/2014/main" id="{CDEE6053-3ED2-D1B2-D07C-F39EBAD55B8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118640" y="2252010"/>
                  <a:ext cx="178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48" name="筆跡 347">
                  <a:extLst>
                    <a:ext uri="{FF2B5EF4-FFF2-40B4-BE49-F238E27FC236}">
                      <a16:creationId xmlns:a16="http://schemas.microsoft.com/office/drawing/2014/main" id="{64D0AF97-0B3F-90FC-C173-389ED8D01B28}"/>
                    </a:ext>
                  </a:extLst>
                </p14:cNvPr>
                <p14:cNvContentPartPr/>
                <p14:nvPr/>
              </p14:nvContentPartPr>
              <p14:xfrm>
                <a:off x="7310880" y="2304210"/>
                <a:ext cx="209520" cy="116640"/>
              </p14:xfrm>
            </p:contentPart>
          </mc:Choice>
          <mc:Fallback>
            <p:pic>
              <p:nvPicPr>
                <p:cNvPr id="348" name="筆跡 347">
                  <a:extLst>
                    <a:ext uri="{FF2B5EF4-FFF2-40B4-BE49-F238E27FC236}">
                      <a16:creationId xmlns:a16="http://schemas.microsoft.com/office/drawing/2014/main" id="{64D0AF97-0B3F-90FC-C173-389ED8D01B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93240" y="2286210"/>
                  <a:ext cx="245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9" name="筆跡 348">
                  <a:extLst>
                    <a:ext uri="{FF2B5EF4-FFF2-40B4-BE49-F238E27FC236}">
                      <a16:creationId xmlns:a16="http://schemas.microsoft.com/office/drawing/2014/main" id="{39D30F83-35EE-3207-DF67-786F991146D8}"/>
                    </a:ext>
                  </a:extLst>
                </p14:cNvPr>
                <p14:cNvContentPartPr/>
                <p14:nvPr/>
              </p14:nvContentPartPr>
              <p14:xfrm>
                <a:off x="7544880" y="2162010"/>
                <a:ext cx="137880" cy="219960"/>
              </p14:xfrm>
            </p:contentPart>
          </mc:Choice>
          <mc:Fallback>
            <p:pic>
              <p:nvPicPr>
                <p:cNvPr id="349" name="筆跡 348">
                  <a:extLst>
                    <a:ext uri="{FF2B5EF4-FFF2-40B4-BE49-F238E27FC236}">
                      <a16:creationId xmlns:a16="http://schemas.microsoft.com/office/drawing/2014/main" id="{39D30F83-35EE-3207-DF67-786F991146D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27240" y="2144370"/>
                  <a:ext cx="1735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0" name="筆跡 349">
                  <a:extLst>
                    <a:ext uri="{FF2B5EF4-FFF2-40B4-BE49-F238E27FC236}">
                      <a16:creationId xmlns:a16="http://schemas.microsoft.com/office/drawing/2014/main" id="{095F8F8D-3E03-0189-8CA1-4347250BDA2A}"/>
                    </a:ext>
                  </a:extLst>
                </p14:cNvPr>
                <p14:cNvContentPartPr/>
                <p14:nvPr/>
              </p14:nvContentPartPr>
              <p14:xfrm>
                <a:off x="7745760" y="2306370"/>
                <a:ext cx="87840" cy="78840"/>
              </p14:xfrm>
            </p:contentPart>
          </mc:Choice>
          <mc:Fallback>
            <p:pic>
              <p:nvPicPr>
                <p:cNvPr id="350" name="筆跡 349">
                  <a:extLst>
                    <a:ext uri="{FF2B5EF4-FFF2-40B4-BE49-F238E27FC236}">
                      <a16:creationId xmlns:a16="http://schemas.microsoft.com/office/drawing/2014/main" id="{095F8F8D-3E03-0189-8CA1-4347250BDA2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27760" y="2288730"/>
                  <a:ext cx="123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1" name="筆跡 350">
                  <a:extLst>
                    <a:ext uri="{FF2B5EF4-FFF2-40B4-BE49-F238E27FC236}">
                      <a16:creationId xmlns:a16="http://schemas.microsoft.com/office/drawing/2014/main" id="{9C237E7D-5B3C-B024-A40B-A55925382A8A}"/>
                    </a:ext>
                  </a:extLst>
                </p14:cNvPr>
                <p14:cNvContentPartPr/>
                <p14:nvPr/>
              </p14:nvContentPartPr>
              <p14:xfrm>
                <a:off x="7892640" y="2130690"/>
                <a:ext cx="24840" cy="216720"/>
              </p14:xfrm>
            </p:contentPart>
          </mc:Choice>
          <mc:Fallback>
            <p:pic>
              <p:nvPicPr>
                <p:cNvPr id="351" name="筆跡 350">
                  <a:extLst>
                    <a:ext uri="{FF2B5EF4-FFF2-40B4-BE49-F238E27FC236}">
                      <a16:creationId xmlns:a16="http://schemas.microsoft.com/office/drawing/2014/main" id="{9C237E7D-5B3C-B024-A40B-A55925382A8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75000" y="2113050"/>
                  <a:ext cx="60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2" name="筆跡 351">
                  <a:extLst>
                    <a:ext uri="{FF2B5EF4-FFF2-40B4-BE49-F238E27FC236}">
                      <a16:creationId xmlns:a16="http://schemas.microsoft.com/office/drawing/2014/main" id="{06466454-0FA0-CB0F-EB0F-D35550890692}"/>
                    </a:ext>
                  </a:extLst>
                </p14:cNvPr>
                <p14:cNvContentPartPr/>
                <p14:nvPr/>
              </p14:nvContentPartPr>
              <p14:xfrm>
                <a:off x="7988760" y="2281530"/>
                <a:ext cx="98280" cy="122040"/>
              </p14:xfrm>
            </p:contentPart>
          </mc:Choice>
          <mc:Fallback>
            <p:pic>
              <p:nvPicPr>
                <p:cNvPr id="352" name="筆跡 351">
                  <a:extLst>
                    <a:ext uri="{FF2B5EF4-FFF2-40B4-BE49-F238E27FC236}">
                      <a16:creationId xmlns:a16="http://schemas.microsoft.com/office/drawing/2014/main" id="{06466454-0FA0-CB0F-EB0F-D3555089069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71120" y="2263890"/>
                  <a:ext cx="133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53" name="筆跡 352">
                  <a:extLst>
                    <a:ext uri="{FF2B5EF4-FFF2-40B4-BE49-F238E27FC236}">
                      <a16:creationId xmlns:a16="http://schemas.microsoft.com/office/drawing/2014/main" id="{89AD02D8-0DB3-11E4-6F73-3D4406E0CB28}"/>
                    </a:ext>
                  </a:extLst>
                </p14:cNvPr>
                <p14:cNvContentPartPr/>
                <p14:nvPr/>
              </p14:nvContentPartPr>
              <p14:xfrm>
                <a:off x="8130600" y="2285490"/>
                <a:ext cx="123840" cy="91080"/>
              </p14:xfrm>
            </p:contentPart>
          </mc:Choice>
          <mc:Fallback>
            <p:pic>
              <p:nvPicPr>
                <p:cNvPr id="353" name="筆跡 352">
                  <a:extLst>
                    <a:ext uri="{FF2B5EF4-FFF2-40B4-BE49-F238E27FC236}">
                      <a16:creationId xmlns:a16="http://schemas.microsoft.com/office/drawing/2014/main" id="{89AD02D8-0DB3-11E4-6F73-3D4406E0CB2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12960" y="2267490"/>
                  <a:ext cx="1594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4" name="筆跡 353">
                  <a:extLst>
                    <a:ext uri="{FF2B5EF4-FFF2-40B4-BE49-F238E27FC236}">
                      <a16:creationId xmlns:a16="http://schemas.microsoft.com/office/drawing/2014/main" id="{237100ED-174C-75F2-3F5B-7BB57BF25B54}"/>
                    </a:ext>
                  </a:extLst>
                </p14:cNvPr>
                <p14:cNvContentPartPr/>
                <p14:nvPr/>
              </p14:nvContentPartPr>
              <p14:xfrm>
                <a:off x="8326800" y="2285130"/>
                <a:ext cx="264960" cy="149040"/>
              </p14:xfrm>
            </p:contentPart>
          </mc:Choice>
          <mc:Fallback>
            <p:pic>
              <p:nvPicPr>
                <p:cNvPr id="354" name="筆跡 353">
                  <a:extLst>
                    <a:ext uri="{FF2B5EF4-FFF2-40B4-BE49-F238E27FC236}">
                      <a16:creationId xmlns:a16="http://schemas.microsoft.com/office/drawing/2014/main" id="{237100ED-174C-75F2-3F5B-7BB57BF25B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08800" y="2267490"/>
                  <a:ext cx="30060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群組 357">
            <a:extLst>
              <a:ext uri="{FF2B5EF4-FFF2-40B4-BE49-F238E27FC236}">
                <a16:creationId xmlns:a16="http://schemas.microsoft.com/office/drawing/2014/main" id="{DD208A7D-AFC4-158E-09B2-2659D20A79FE}"/>
              </a:ext>
            </a:extLst>
          </p:cNvPr>
          <p:cNvGrpSpPr/>
          <p:nvPr/>
        </p:nvGrpSpPr>
        <p:grpSpPr>
          <a:xfrm>
            <a:off x="8219880" y="2710290"/>
            <a:ext cx="493560" cy="685800"/>
            <a:chOff x="8219880" y="2710290"/>
            <a:chExt cx="493560" cy="68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6" name="筆跡 355">
                  <a:extLst>
                    <a:ext uri="{FF2B5EF4-FFF2-40B4-BE49-F238E27FC236}">
                      <a16:creationId xmlns:a16="http://schemas.microsoft.com/office/drawing/2014/main" id="{CB59A264-D085-F8CD-6779-B0388E65CDDA}"/>
                    </a:ext>
                  </a:extLst>
                </p14:cNvPr>
                <p14:cNvContentPartPr/>
                <p14:nvPr/>
              </p14:nvContentPartPr>
              <p14:xfrm>
                <a:off x="8219880" y="2710290"/>
                <a:ext cx="299880" cy="366120"/>
              </p14:xfrm>
            </p:contentPart>
          </mc:Choice>
          <mc:Fallback>
            <p:pic>
              <p:nvPicPr>
                <p:cNvPr id="356" name="筆跡 355">
                  <a:extLst>
                    <a:ext uri="{FF2B5EF4-FFF2-40B4-BE49-F238E27FC236}">
                      <a16:creationId xmlns:a16="http://schemas.microsoft.com/office/drawing/2014/main" id="{CB59A264-D085-F8CD-6779-B0388E65CDD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01880" y="2692290"/>
                  <a:ext cx="3355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7" name="筆跡 356">
                  <a:extLst>
                    <a:ext uri="{FF2B5EF4-FFF2-40B4-BE49-F238E27FC236}">
                      <a16:creationId xmlns:a16="http://schemas.microsoft.com/office/drawing/2014/main" id="{EB2EB9F8-80D0-D077-36C3-C3AF667C4726}"/>
                    </a:ext>
                  </a:extLst>
                </p14:cNvPr>
                <p14:cNvContentPartPr/>
                <p14:nvPr/>
              </p14:nvContentPartPr>
              <p14:xfrm>
                <a:off x="8310600" y="2924130"/>
                <a:ext cx="402840" cy="471960"/>
              </p14:xfrm>
            </p:contentPart>
          </mc:Choice>
          <mc:Fallback>
            <p:pic>
              <p:nvPicPr>
                <p:cNvPr id="357" name="筆跡 356">
                  <a:extLst>
                    <a:ext uri="{FF2B5EF4-FFF2-40B4-BE49-F238E27FC236}">
                      <a16:creationId xmlns:a16="http://schemas.microsoft.com/office/drawing/2014/main" id="{EB2EB9F8-80D0-D077-36C3-C3AF667C472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92600" y="2906490"/>
                  <a:ext cx="438480" cy="50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59" name="筆跡 358">
                <a:extLst>
                  <a:ext uri="{FF2B5EF4-FFF2-40B4-BE49-F238E27FC236}">
                    <a16:creationId xmlns:a16="http://schemas.microsoft.com/office/drawing/2014/main" id="{ACA6963D-1803-3A63-0B09-CA96EF3741FC}"/>
                  </a:ext>
                </a:extLst>
              </p14:cNvPr>
              <p14:cNvContentPartPr/>
              <p14:nvPr/>
            </p14:nvContentPartPr>
            <p14:xfrm>
              <a:off x="5298480" y="1690410"/>
              <a:ext cx="1885680" cy="57960"/>
            </p14:xfrm>
          </p:contentPart>
        </mc:Choice>
        <mc:Fallback>
          <p:pic>
            <p:nvPicPr>
              <p:cNvPr id="359" name="筆跡 358">
                <a:extLst>
                  <a:ext uri="{FF2B5EF4-FFF2-40B4-BE49-F238E27FC236}">
                    <a16:creationId xmlns:a16="http://schemas.microsoft.com/office/drawing/2014/main" id="{ACA6963D-1803-3A63-0B09-CA96EF3741F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280840" y="1672770"/>
                <a:ext cx="1921320" cy="9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3" name="群組 362">
            <a:extLst>
              <a:ext uri="{FF2B5EF4-FFF2-40B4-BE49-F238E27FC236}">
                <a16:creationId xmlns:a16="http://schemas.microsoft.com/office/drawing/2014/main" id="{6FD60EB8-001C-35A4-2455-3D13111D5470}"/>
              </a:ext>
            </a:extLst>
          </p:cNvPr>
          <p:cNvGrpSpPr/>
          <p:nvPr/>
        </p:nvGrpSpPr>
        <p:grpSpPr>
          <a:xfrm>
            <a:off x="7964280" y="638490"/>
            <a:ext cx="721440" cy="708480"/>
            <a:chOff x="7964280" y="638490"/>
            <a:chExt cx="721440" cy="70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0" name="筆跡 339">
                  <a:extLst>
                    <a:ext uri="{FF2B5EF4-FFF2-40B4-BE49-F238E27FC236}">
                      <a16:creationId xmlns:a16="http://schemas.microsoft.com/office/drawing/2014/main" id="{CB2ED21D-401B-C51E-F97F-06088391B5A1}"/>
                    </a:ext>
                  </a:extLst>
                </p14:cNvPr>
                <p14:cNvContentPartPr/>
                <p14:nvPr/>
              </p14:nvContentPartPr>
              <p14:xfrm>
                <a:off x="8301960" y="638490"/>
                <a:ext cx="151560" cy="361800"/>
              </p14:xfrm>
            </p:contentPart>
          </mc:Choice>
          <mc:Fallback>
            <p:pic>
              <p:nvPicPr>
                <p:cNvPr id="340" name="筆跡 339">
                  <a:extLst>
                    <a:ext uri="{FF2B5EF4-FFF2-40B4-BE49-F238E27FC236}">
                      <a16:creationId xmlns:a16="http://schemas.microsoft.com/office/drawing/2014/main" id="{CB2ED21D-401B-C51E-F97F-06088391B5A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83960" y="620850"/>
                  <a:ext cx="18720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1" name="筆跡 340">
                  <a:extLst>
                    <a:ext uri="{FF2B5EF4-FFF2-40B4-BE49-F238E27FC236}">
                      <a16:creationId xmlns:a16="http://schemas.microsoft.com/office/drawing/2014/main" id="{958B0484-CD07-28AD-1309-29DD26DA74CC}"/>
                    </a:ext>
                  </a:extLst>
                </p14:cNvPr>
                <p14:cNvContentPartPr/>
                <p14:nvPr/>
              </p14:nvContentPartPr>
              <p14:xfrm>
                <a:off x="7964280" y="1103610"/>
                <a:ext cx="245160" cy="160560"/>
              </p14:xfrm>
            </p:contentPart>
          </mc:Choice>
          <mc:Fallback>
            <p:pic>
              <p:nvPicPr>
                <p:cNvPr id="341" name="筆跡 340">
                  <a:extLst>
                    <a:ext uri="{FF2B5EF4-FFF2-40B4-BE49-F238E27FC236}">
                      <a16:creationId xmlns:a16="http://schemas.microsoft.com/office/drawing/2014/main" id="{958B0484-CD07-28AD-1309-29DD26DA74C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46640" y="1085970"/>
                  <a:ext cx="280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3" name="筆跡 342">
                  <a:extLst>
                    <a:ext uri="{FF2B5EF4-FFF2-40B4-BE49-F238E27FC236}">
                      <a16:creationId xmlns:a16="http://schemas.microsoft.com/office/drawing/2014/main" id="{73791822-9AD0-476C-B4C9-4EDF8A47B99A}"/>
                    </a:ext>
                  </a:extLst>
                </p14:cNvPr>
                <p14:cNvContentPartPr/>
                <p14:nvPr/>
              </p14:nvContentPartPr>
              <p14:xfrm>
                <a:off x="8235720" y="1158330"/>
                <a:ext cx="297000" cy="141840"/>
              </p14:xfrm>
            </p:contentPart>
          </mc:Choice>
          <mc:Fallback>
            <p:pic>
              <p:nvPicPr>
                <p:cNvPr id="343" name="筆跡 342">
                  <a:extLst>
                    <a:ext uri="{FF2B5EF4-FFF2-40B4-BE49-F238E27FC236}">
                      <a16:creationId xmlns:a16="http://schemas.microsoft.com/office/drawing/2014/main" id="{73791822-9AD0-476C-B4C9-4EDF8A47B99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17720" y="1140330"/>
                  <a:ext cx="3326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4" name="筆跡 343">
                  <a:extLst>
                    <a:ext uri="{FF2B5EF4-FFF2-40B4-BE49-F238E27FC236}">
                      <a16:creationId xmlns:a16="http://schemas.microsoft.com/office/drawing/2014/main" id="{ADFFBD21-DF73-8CEA-3D82-26FB25411C9A}"/>
                    </a:ext>
                  </a:extLst>
                </p14:cNvPr>
                <p14:cNvContentPartPr/>
                <p14:nvPr/>
              </p14:nvContentPartPr>
              <p14:xfrm>
                <a:off x="8500680" y="1144290"/>
                <a:ext cx="141480" cy="33480"/>
              </p14:xfrm>
            </p:contentPart>
          </mc:Choice>
          <mc:Fallback>
            <p:pic>
              <p:nvPicPr>
                <p:cNvPr id="344" name="筆跡 343">
                  <a:extLst>
                    <a:ext uri="{FF2B5EF4-FFF2-40B4-BE49-F238E27FC236}">
                      <a16:creationId xmlns:a16="http://schemas.microsoft.com/office/drawing/2014/main" id="{ADFFBD21-DF73-8CEA-3D82-26FB25411C9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83040" y="1126650"/>
                  <a:ext cx="177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5" name="筆跡 344">
                  <a:extLst>
                    <a:ext uri="{FF2B5EF4-FFF2-40B4-BE49-F238E27FC236}">
                      <a16:creationId xmlns:a16="http://schemas.microsoft.com/office/drawing/2014/main" id="{FE984C44-4DF3-B0C3-0E38-1FDCF749C192}"/>
                    </a:ext>
                  </a:extLst>
                </p14:cNvPr>
                <p14:cNvContentPartPr/>
                <p14:nvPr/>
              </p14:nvContentPartPr>
              <p14:xfrm>
                <a:off x="8596440" y="1020090"/>
                <a:ext cx="89280" cy="326880"/>
              </p14:xfrm>
            </p:contentPart>
          </mc:Choice>
          <mc:Fallback>
            <p:pic>
              <p:nvPicPr>
                <p:cNvPr id="345" name="筆跡 344">
                  <a:extLst>
                    <a:ext uri="{FF2B5EF4-FFF2-40B4-BE49-F238E27FC236}">
                      <a16:creationId xmlns:a16="http://schemas.microsoft.com/office/drawing/2014/main" id="{FE984C44-4DF3-B0C3-0E38-1FDCF749C19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78800" y="1002450"/>
                  <a:ext cx="12492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群組 364">
            <a:extLst>
              <a:ext uri="{FF2B5EF4-FFF2-40B4-BE49-F238E27FC236}">
                <a16:creationId xmlns:a16="http://schemas.microsoft.com/office/drawing/2014/main" id="{4F87C279-5923-D396-B165-8DB7B09DF52A}"/>
              </a:ext>
            </a:extLst>
          </p:cNvPr>
          <p:cNvGrpSpPr/>
          <p:nvPr/>
        </p:nvGrpSpPr>
        <p:grpSpPr>
          <a:xfrm>
            <a:off x="5176440" y="388290"/>
            <a:ext cx="1595520" cy="633600"/>
            <a:chOff x="5176440" y="388290"/>
            <a:chExt cx="1595520" cy="63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94" name="筆跡 293">
                  <a:extLst>
                    <a:ext uri="{FF2B5EF4-FFF2-40B4-BE49-F238E27FC236}">
                      <a16:creationId xmlns:a16="http://schemas.microsoft.com/office/drawing/2014/main" id="{4CABBC84-7654-3697-4A70-A1DB743FA008}"/>
                    </a:ext>
                  </a:extLst>
                </p14:cNvPr>
                <p14:cNvContentPartPr/>
                <p14:nvPr/>
              </p14:nvContentPartPr>
              <p14:xfrm>
                <a:off x="5176440" y="390810"/>
                <a:ext cx="298440" cy="187200"/>
              </p14:xfrm>
            </p:contentPart>
          </mc:Choice>
          <mc:Fallback>
            <p:pic>
              <p:nvPicPr>
                <p:cNvPr id="294" name="筆跡 293">
                  <a:extLst>
                    <a:ext uri="{FF2B5EF4-FFF2-40B4-BE49-F238E27FC236}">
                      <a16:creationId xmlns:a16="http://schemas.microsoft.com/office/drawing/2014/main" id="{4CABBC84-7654-3697-4A70-A1DB743FA00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58440" y="373170"/>
                  <a:ext cx="334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95" name="筆跡 294">
                  <a:extLst>
                    <a:ext uri="{FF2B5EF4-FFF2-40B4-BE49-F238E27FC236}">
                      <a16:creationId xmlns:a16="http://schemas.microsoft.com/office/drawing/2014/main" id="{B3560441-47BF-720C-287D-7790C57B7F4D}"/>
                    </a:ext>
                  </a:extLst>
                </p14:cNvPr>
                <p14:cNvContentPartPr/>
                <p14:nvPr/>
              </p14:nvContentPartPr>
              <p14:xfrm>
                <a:off x="5431680" y="436170"/>
                <a:ext cx="136800" cy="167400"/>
              </p14:xfrm>
            </p:contentPart>
          </mc:Choice>
          <mc:Fallback>
            <p:pic>
              <p:nvPicPr>
                <p:cNvPr id="295" name="筆跡 294">
                  <a:extLst>
                    <a:ext uri="{FF2B5EF4-FFF2-40B4-BE49-F238E27FC236}">
                      <a16:creationId xmlns:a16="http://schemas.microsoft.com/office/drawing/2014/main" id="{B3560441-47BF-720C-287D-7790C57B7F4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413680" y="418530"/>
                  <a:ext cx="172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96" name="筆跡 295">
                  <a:extLst>
                    <a:ext uri="{FF2B5EF4-FFF2-40B4-BE49-F238E27FC236}">
                      <a16:creationId xmlns:a16="http://schemas.microsoft.com/office/drawing/2014/main" id="{0E9BD1A0-D5F5-5E37-FC8C-4F6095335E07}"/>
                    </a:ext>
                  </a:extLst>
                </p14:cNvPr>
                <p14:cNvContentPartPr/>
                <p14:nvPr/>
              </p14:nvContentPartPr>
              <p14:xfrm>
                <a:off x="5648400" y="432930"/>
                <a:ext cx="166680" cy="190080"/>
              </p14:xfrm>
            </p:contentPart>
          </mc:Choice>
          <mc:Fallback>
            <p:pic>
              <p:nvPicPr>
                <p:cNvPr id="296" name="筆跡 295">
                  <a:extLst>
                    <a:ext uri="{FF2B5EF4-FFF2-40B4-BE49-F238E27FC236}">
                      <a16:creationId xmlns:a16="http://schemas.microsoft.com/office/drawing/2014/main" id="{0E9BD1A0-D5F5-5E37-FC8C-4F6095335E0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630400" y="415290"/>
                  <a:ext cx="202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97" name="筆跡 296">
                  <a:extLst>
                    <a:ext uri="{FF2B5EF4-FFF2-40B4-BE49-F238E27FC236}">
                      <a16:creationId xmlns:a16="http://schemas.microsoft.com/office/drawing/2014/main" id="{A3294BC9-73EF-FE0D-3DCD-8F3DA4AADCE5}"/>
                    </a:ext>
                  </a:extLst>
                </p14:cNvPr>
                <p14:cNvContentPartPr/>
                <p14:nvPr/>
              </p14:nvContentPartPr>
              <p14:xfrm>
                <a:off x="5885640" y="408090"/>
                <a:ext cx="56880" cy="613800"/>
              </p14:xfrm>
            </p:contentPart>
          </mc:Choice>
          <mc:Fallback>
            <p:pic>
              <p:nvPicPr>
                <p:cNvPr id="297" name="筆跡 296">
                  <a:extLst>
                    <a:ext uri="{FF2B5EF4-FFF2-40B4-BE49-F238E27FC236}">
                      <a16:creationId xmlns:a16="http://schemas.microsoft.com/office/drawing/2014/main" id="{A3294BC9-73EF-FE0D-3DCD-8F3DA4AADCE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867640" y="390090"/>
                  <a:ext cx="9252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98" name="筆跡 297">
                  <a:extLst>
                    <a:ext uri="{FF2B5EF4-FFF2-40B4-BE49-F238E27FC236}">
                      <a16:creationId xmlns:a16="http://schemas.microsoft.com/office/drawing/2014/main" id="{B57266AB-2EEC-713A-5434-8693592D4178}"/>
                    </a:ext>
                  </a:extLst>
                </p14:cNvPr>
                <p14:cNvContentPartPr/>
                <p14:nvPr/>
              </p14:nvContentPartPr>
              <p14:xfrm>
                <a:off x="5957280" y="483330"/>
                <a:ext cx="111240" cy="134280"/>
              </p14:xfrm>
            </p:contentPart>
          </mc:Choice>
          <mc:Fallback>
            <p:pic>
              <p:nvPicPr>
                <p:cNvPr id="298" name="筆跡 297">
                  <a:extLst>
                    <a:ext uri="{FF2B5EF4-FFF2-40B4-BE49-F238E27FC236}">
                      <a16:creationId xmlns:a16="http://schemas.microsoft.com/office/drawing/2014/main" id="{B57266AB-2EEC-713A-5434-8693592D417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39280" y="465690"/>
                  <a:ext cx="146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99" name="筆跡 298">
                  <a:extLst>
                    <a:ext uri="{FF2B5EF4-FFF2-40B4-BE49-F238E27FC236}">
                      <a16:creationId xmlns:a16="http://schemas.microsoft.com/office/drawing/2014/main" id="{67ACAF7D-6DAA-322D-C8DB-7F7B7E135BDD}"/>
                    </a:ext>
                  </a:extLst>
                </p14:cNvPr>
                <p14:cNvContentPartPr/>
                <p14:nvPr/>
              </p14:nvContentPartPr>
              <p14:xfrm>
                <a:off x="6148440" y="440130"/>
                <a:ext cx="294120" cy="149040"/>
              </p14:xfrm>
            </p:contentPart>
          </mc:Choice>
          <mc:Fallback>
            <p:pic>
              <p:nvPicPr>
                <p:cNvPr id="299" name="筆跡 298">
                  <a:extLst>
                    <a:ext uri="{FF2B5EF4-FFF2-40B4-BE49-F238E27FC236}">
                      <a16:creationId xmlns:a16="http://schemas.microsoft.com/office/drawing/2014/main" id="{67ACAF7D-6DAA-322D-C8DB-7F7B7E135BD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130440" y="422130"/>
                  <a:ext cx="329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00" name="筆跡 299">
                  <a:extLst>
                    <a:ext uri="{FF2B5EF4-FFF2-40B4-BE49-F238E27FC236}">
                      <a16:creationId xmlns:a16="http://schemas.microsoft.com/office/drawing/2014/main" id="{9CB23D7F-E858-8462-D9AF-6DF58EA15FCC}"/>
                    </a:ext>
                  </a:extLst>
                </p14:cNvPr>
                <p14:cNvContentPartPr/>
                <p14:nvPr/>
              </p14:nvContentPartPr>
              <p14:xfrm>
                <a:off x="6505560" y="424650"/>
                <a:ext cx="106200" cy="147600"/>
              </p14:xfrm>
            </p:contentPart>
          </mc:Choice>
          <mc:Fallback>
            <p:pic>
              <p:nvPicPr>
                <p:cNvPr id="300" name="筆跡 299">
                  <a:extLst>
                    <a:ext uri="{FF2B5EF4-FFF2-40B4-BE49-F238E27FC236}">
                      <a16:creationId xmlns:a16="http://schemas.microsoft.com/office/drawing/2014/main" id="{9CB23D7F-E858-8462-D9AF-6DF58EA15FC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87920" y="407010"/>
                  <a:ext cx="141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01" name="筆跡 300">
                  <a:extLst>
                    <a:ext uri="{FF2B5EF4-FFF2-40B4-BE49-F238E27FC236}">
                      <a16:creationId xmlns:a16="http://schemas.microsoft.com/office/drawing/2014/main" id="{1ADBAF5A-7A31-8208-789D-26681D16BCC1}"/>
                    </a:ext>
                  </a:extLst>
                </p14:cNvPr>
                <p14:cNvContentPartPr/>
                <p14:nvPr/>
              </p14:nvContentPartPr>
              <p14:xfrm>
                <a:off x="6617520" y="388290"/>
                <a:ext cx="154440" cy="187560"/>
              </p14:xfrm>
            </p:contentPart>
          </mc:Choice>
          <mc:Fallback>
            <p:pic>
              <p:nvPicPr>
                <p:cNvPr id="301" name="筆跡 300">
                  <a:extLst>
                    <a:ext uri="{FF2B5EF4-FFF2-40B4-BE49-F238E27FC236}">
                      <a16:creationId xmlns:a16="http://schemas.microsoft.com/office/drawing/2014/main" id="{1ADBAF5A-7A31-8208-789D-26681D16BCC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599880" y="370290"/>
                  <a:ext cx="19008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群組 366">
            <a:extLst>
              <a:ext uri="{FF2B5EF4-FFF2-40B4-BE49-F238E27FC236}">
                <a16:creationId xmlns:a16="http://schemas.microsoft.com/office/drawing/2014/main" id="{40895FC9-EE27-89E0-EB6F-CEAF3E9E0D8D}"/>
              </a:ext>
            </a:extLst>
          </p:cNvPr>
          <p:cNvGrpSpPr/>
          <p:nvPr/>
        </p:nvGrpSpPr>
        <p:grpSpPr>
          <a:xfrm>
            <a:off x="5246280" y="1215210"/>
            <a:ext cx="2063880" cy="413280"/>
            <a:chOff x="5246280" y="1215210"/>
            <a:chExt cx="206388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27" name="筆跡 326">
                  <a:extLst>
                    <a:ext uri="{FF2B5EF4-FFF2-40B4-BE49-F238E27FC236}">
                      <a16:creationId xmlns:a16="http://schemas.microsoft.com/office/drawing/2014/main" id="{E641B3F7-B32F-13A3-3BCB-1865C100F80D}"/>
                    </a:ext>
                  </a:extLst>
                </p14:cNvPr>
                <p14:cNvContentPartPr/>
                <p14:nvPr/>
              </p14:nvContentPartPr>
              <p14:xfrm>
                <a:off x="5246280" y="1442730"/>
                <a:ext cx="236160" cy="159120"/>
              </p14:xfrm>
            </p:contentPart>
          </mc:Choice>
          <mc:Fallback>
            <p:pic>
              <p:nvPicPr>
                <p:cNvPr id="327" name="筆跡 326">
                  <a:extLst>
                    <a:ext uri="{FF2B5EF4-FFF2-40B4-BE49-F238E27FC236}">
                      <a16:creationId xmlns:a16="http://schemas.microsoft.com/office/drawing/2014/main" id="{E641B3F7-B32F-13A3-3BCB-1865C100F80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28280" y="1425090"/>
                  <a:ext cx="271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28" name="筆跡 327">
                  <a:extLst>
                    <a:ext uri="{FF2B5EF4-FFF2-40B4-BE49-F238E27FC236}">
                      <a16:creationId xmlns:a16="http://schemas.microsoft.com/office/drawing/2014/main" id="{47ECC6EC-614B-6993-7851-199041B60F7B}"/>
                    </a:ext>
                  </a:extLst>
                </p14:cNvPr>
                <p14:cNvContentPartPr/>
                <p14:nvPr/>
              </p14:nvContentPartPr>
              <p14:xfrm>
                <a:off x="5541120" y="1450650"/>
                <a:ext cx="261000" cy="177840"/>
              </p14:xfrm>
            </p:contentPart>
          </mc:Choice>
          <mc:Fallback>
            <p:pic>
              <p:nvPicPr>
                <p:cNvPr id="328" name="筆跡 327">
                  <a:extLst>
                    <a:ext uri="{FF2B5EF4-FFF2-40B4-BE49-F238E27FC236}">
                      <a16:creationId xmlns:a16="http://schemas.microsoft.com/office/drawing/2014/main" id="{47ECC6EC-614B-6993-7851-199041B60F7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523120" y="1432650"/>
                  <a:ext cx="296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29" name="筆跡 328">
                  <a:extLst>
                    <a:ext uri="{FF2B5EF4-FFF2-40B4-BE49-F238E27FC236}">
                      <a16:creationId xmlns:a16="http://schemas.microsoft.com/office/drawing/2014/main" id="{AC9DDB6C-FDD9-8322-4706-9D5DC1C93774}"/>
                    </a:ext>
                  </a:extLst>
                </p14:cNvPr>
                <p14:cNvContentPartPr/>
                <p14:nvPr/>
              </p14:nvContentPartPr>
              <p14:xfrm>
                <a:off x="5910120" y="1252650"/>
                <a:ext cx="10800" cy="291240"/>
              </p14:xfrm>
            </p:contentPart>
          </mc:Choice>
          <mc:Fallback>
            <p:pic>
              <p:nvPicPr>
                <p:cNvPr id="329" name="筆跡 328">
                  <a:extLst>
                    <a:ext uri="{FF2B5EF4-FFF2-40B4-BE49-F238E27FC236}">
                      <a16:creationId xmlns:a16="http://schemas.microsoft.com/office/drawing/2014/main" id="{AC9DDB6C-FDD9-8322-4706-9D5DC1C9377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92120" y="1234650"/>
                  <a:ext cx="464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30" name="筆跡 329">
                  <a:extLst>
                    <a:ext uri="{FF2B5EF4-FFF2-40B4-BE49-F238E27FC236}">
                      <a16:creationId xmlns:a16="http://schemas.microsoft.com/office/drawing/2014/main" id="{0CC994CF-1FD6-AEED-DF8D-EABD3959CE8F}"/>
                    </a:ext>
                  </a:extLst>
                </p14:cNvPr>
                <p14:cNvContentPartPr/>
                <p14:nvPr/>
              </p14:nvContentPartPr>
              <p14:xfrm>
                <a:off x="5946840" y="1435530"/>
                <a:ext cx="167040" cy="153360"/>
              </p14:xfrm>
            </p:contentPart>
          </mc:Choice>
          <mc:Fallback>
            <p:pic>
              <p:nvPicPr>
                <p:cNvPr id="330" name="筆跡 329">
                  <a:extLst>
                    <a:ext uri="{FF2B5EF4-FFF2-40B4-BE49-F238E27FC236}">
                      <a16:creationId xmlns:a16="http://schemas.microsoft.com/office/drawing/2014/main" id="{0CC994CF-1FD6-AEED-DF8D-EABD3959CE8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28840" y="1417890"/>
                  <a:ext cx="2026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31" name="筆跡 330">
                  <a:extLst>
                    <a:ext uri="{FF2B5EF4-FFF2-40B4-BE49-F238E27FC236}">
                      <a16:creationId xmlns:a16="http://schemas.microsoft.com/office/drawing/2014/main" id="{CE46B09B-3AA8-889D-202F-9BF63708DF14}"/>
                    </a:ext>
                  </a:extLst>
                </p14:cNvPr>
                <p14:cNvContentPartPr/>
                <p14:nvPr/>
              </p14:nvContentPartPr>
              <p14:xfrm>
                <a:off x="6445800" y="1215210"/>
                <a:ext cx="174960" cy="322200"/>
              </p14:xfrm>
            </p:contentPart>
          </mc:Choice>
          <mc:Fallback>
            <p:pic>
              <p:nvPicPr>
                <p:cNvPr id="331" name="筆跡 330">
                  <a:extLst>
                    <a:ext uri="{FF2B5EF4-FFF2-40B4-BE49-F238E27FC236}">
                      <a16:creationId xmlns:a16="http://schemas.microsoft.com/office/drawing/2014/main" id="{CE46B09B-3AA8-889D-202F-9BF63708DF1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28160" y="1197570"/>
                  <a:ext cx="2106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32" name="筆跡 331">
                  <a:extLst>
                    <a:ext uri="{FF2B5EF4-FFF2-40B4-BE49-F238E27FC236}">
                      <a16:creationId xmlns:a16="http://schemas.microsoft.com/office/drawing/2014/main" id="{DE0EB214-0B92-8AD5-982F-2A8B4667C5C5}"/>
                    </a:ext>
                  </a:extLst>
                </p14:cNvPr>
                <p14:cNvContentPartPr/>
                <p14:nvPr/>
              </p14:nvContentPartPr>
              <p14:xfrm>
                <a:off x="6670080" y="1430850"/>
                <a:ext cx="299160" cy="127080"/>
              </p14:xfrm>
            </p:contentPart>
          </mc:Choice>
          <mc:Fallback>
            <p:pic>
              <p:nvPicPr>
                <p:cNvPr id="332" name="筆跡 331">
                  <a:extLst>
                    <a:ext uri="{FF2B5EF4-FFF2-40B4-BE49-F238E27FC236}">
                      <a16:creationId xmlns:a16="http://schemas.microsoft.com/office/drawing/2014/main" id="{DE0EB214-0B92-8AD5-982F-2A8B4667C5C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52080" y="1413210"/>
                  <a:ext cx="334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33" name="筆跡 332">
                  <a:extLst>
                    <a:ext uri="{FF2B5EF4-FFF2-40B4-BE49-F238E27FC236}">
                      <a16:creationId xmlns:a16="http://schemas.microsoft.com/office/drawing/2014/main" id="{004E90B7-57A6-1161-CDC3-DEE3302B948A}"/>
                    </a:ext>
                  </a:extLst>
                </p14:cNvPr>
                <p14:cNvContentPartPr/>
                <p14:nvPr/>
              </p14:nvContentPartPr>
              <p14:xfrm>
                <a:off x="7020720" y="1424730"/>
                <a:ext cx="289440" cy="139680"/>
              </p14:xfrm>
            </p:contentPart>
          </mc:Choice>
          <mc:Fallback>
            <p:pic>
              <p:nvPicPr>
                <p:cNvPr id="333" name="筆跡 332">
                  <a:extLst>
                    <a:ext uri="{FF2B5EF4-FFF2-40B4-BE49-F238E27FC236}">
                      <a16:creationId xmlns:a16="http://schemas.microsoft.com/office/drawing/2014/main" id="{004E90B7-57A6-1161-CDC3-DEE3302B948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03080" y="1407090"/>
                  <a:ext cx="32508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368" name="筆跡 367">
                <a:extLst>
                  <a:ext uri="{FF2B5EF4-FFF2-40B4-BE49-F238E27FC236}">
                    <a16:creationId xmlns:a16="http://schemas.microsoft.com/office/drawing/2014/main" id="{A85BD2C2-E76E-F4C5-34D9-C12281C1D881}"/>
                  </a:ext>
                </a:extLst>
              </p14:cNvPr>
              <p14:cNvContentPartPr/>
              <p14:nvPr/>
            </p14:nvContentPartPr>
            <p14:xfrm>
              <a:off x="3342240" y="117297"/>
              <a:ext cx="557640" cy="618480"/>
            </p14:xfrm>
          </p:contentPart>
        </mc:Choice>
        <mc:Fallback>
          <p:pic>
            <p:nvPicPr>
              <p:cNvPr id="368" name="筆跡 367">
                <a:extLst>
                  <a:ext uri="{FF2B5EF4-FFF2-40B4-BE49-F238E27FC236}">
                    <a16:creationId xmlns:a16="http://schemas.microsoft.com/office/drawing/2014/main" id="{A85BD2C2-E76E-F4C5-34D9-C12281C1D88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324600" y="99297"/>
                <a:ext cx="593280" cy="65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9283B1-85CB-84BC-32AB-E483554E34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12</a:t>
            </a:fld>
            <a:endParaRPr lang="zh-TW" altLang="en-US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F1C13139-D999-9A93-8E31-517142642794}"/>
              </a:ext>
            </a:extLst>
          </p:cNvPr>
          <p:cNvGrpSpPr/>
          <p:nvPr/>
        </p:nvGrpSpPr>
        <p:grpSpPr>
          <a:xfrm>
            <a:off x="1127520" y="1747017"/>
            <a:ext cx="541440" cy="286200"/>
            <a:chOff x="1127520" y="1747017"/>
            <a:chExt cx="54144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D4543942-923A-6A55-D18A-28E8E97CFC99}"/>
                    </a:ext>
                  </a:extLst>
                </p14:cNvPr>
                <p14:cNvContentPartPr/>
                <p14:nvPr/>
              </p14:nvContentPartPr>
              <p14:xfrm>
                <a:off x="1127520" y="1754577"/>
                <a:ext cx="216720" cy="17568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D4543942-923A-6A55-D18A-28E8E97CFC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9880" y="1736937"/>
                  <a:ext cx="252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41070BFB-CBB0-08D7-2E00-51CA3D5645CE}"/>
                    </a:ext>
                  </a:extLst>
                </p14:cNvPr>
                <p14:cNvContentPartPr/>
                <p14:nvPr/>
              </p14:nvContentPartPr>
              <p14:xfrm>
                <a:off x="1270800" y="1773657"/>
                <a:ext cx="16560" cy="23832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41070BFB-CBB0-08D7-2E00-51CA3D5645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3160" y="1755657"/>
                  <a:ext cx="52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946810E3-1883-C75B-63A0-168085CC84CE}"/>
                    </a:ext>
                  </a:extLst>
                </p14:cNvPr>
                <p14:cNvContentPartPr/>
                <p14:nvPr/>
              </p14:nvContentPartPr>
              <p14:xfrm>
                <a:off x="1392120" y="1747017"/>
                <a:ext cx="112680" cy="28620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946810E3-1883-C75B-63A0-168085CC84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4120" y="1729377"/>
                  <a:ext cx="1483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7E8DDE8C-3064-C9AB-1C86-40C87016CBB9}"/>
                    </a:ext>
                  </a:extLst>
                </p14:cNvPr>
                <p14:cNvContentPartPr/>
                <p14:nvPr/>
              </p14:nvContentPartPr>
              <p14:xfrm>
                <a:off x="1342080" y="1756017"/>
                <a:ext cx="326880" cy="8928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7E8DDE8C-3064-C9AB-1C86-40C87016CB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24080" y="1738017"/>
                  <a:ext cx="36252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43A8C5A-B541-3A8E-A66E-74C13A2A1E53}"/>
              </a:ext>
            </a:extLst>
          </p:cNvPr>
          <p:cNvGrpSpPr/>
          <p:nvPr/>
        </p:nvGrpSpPr>
        <p:grpSpPr>
          <a:xfrm>
            <a:off x="1923120" y="1623897"/>
            <a:ext cx="1050120" cy="373320"/>
            <a:chOff x="1923120" y="1623897"/>
            <a:chExt cx="105012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ACABF097-3CBC-F6BD-A89B-1DBD0E0EFB71}"/>
                    </a:ext>
                  </a:extLst>
                </p14:cNvPr>
                <p14:cNvContentPartPr/>
                <p14:nvPr/>
              </p14:nvContentPartPr>
              <p14:xfrm>
                <a:off x="1923120" y="1821537"/>
                <a:ext cx="92160" cy="16380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ACABF097-3CBC-F6BD-A89B-1DBD0E0EFB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05480" y="1803897"/>
                  <a:ext cx="127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9FDABFA4-CAD6-4D26-689B-3B49EC34333C}"/>
                    </a:ext>
                  </a:extLst>
                </p14:cNvPr>
                <p14:cNvContentPartPr/>
                <p14:nvPr/>
              </p14:nvContentPartPr>
              <p14:xfrm>
                <a:off x="1926720" y="1778697"/>
                <a:ext cx="257040" cy="12744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9FDABFA4-CAD6-4D26-689B-3B49EC3433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09080" y="1760697"/>
                  <a:ext cx="292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EE91B912-BAEC-48B8-D062-D763AB8F8565}"/>
                    </a:ext>
                  </a:extLst>
                </p14:cNvPr>
                <p14:cNvContentPartPr/>
                <p14:nvPr/>
              </p14:nvContentPartPr>
              <p14:xfrm>
                <a:off x="2130840" y="1637577"/>
                <a:ext cx="27720" cy="35964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EE91B912-BAEC-48B8-D062-D763AB8F85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12840" y="1619577"/>
                  <a:ext cx="63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BEDD741B-2BB8-85E0-85C0-D1EB767B90CF}"/>
                    </a:ext>
                  </a:extLst>
                </p14:cNvPr>
                <p14:cNvContentPartPr/>
                <p14:nvPr/>
              </p14:nvContentPartPr>
              <p14:xfrm>
                <a:off x="2204640" y="1826577"/>
                <a:ext cx="90360" cy="13032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BEDD741B-2BB8-85E0-85C0-D1EB767B90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86640" y="1808937"/>
                  <a:ext cx="126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38CA2149-517F-0291-9405-5EB2ADEB16F1}"/>
                    </a:ext>
                  </a:extLst>
                </p14:cNvPr>
                <p14:cNvContentPartPr/>
                <p14:nvPr/>
              </p14:nvContentPartPr>
              <p14:xfrm>
                <a:off x="2287080" y="1774737"/>
                <a:ext cx="225720" cy="9108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38CA2149-517F-0291-9405-5EB2ADEB16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69440" y="1757097"/>
                  <a:ext cx="261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775BE579-6842-02C9-11E6-5C5252390398}"/>
                    </a:ext>
                  </a:extLst>
                </p14:cNvPr>
                <p14:cNvContentPartPr/>
                <p14:nvPr/>
              </p14:nvContentPartPr>
              <p14:xfrm>
                <a:off x="2406600" y="1623897"/>
                <a:ext cx="82440" cy="30168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775BE579-6842-02C9-11E6-5C52523903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88960" y="1606257"/>
                  <a:ext cx="1180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6DE60DAC-4BC8-EE5E-5D74-5570BFDC2A77}"/>
                    </a:ext>
                  </a:extLst>
                </p14:cNvPr>
                <p14:cNvContentPartPr/>
                <p14:nvPr/>
              </p14:nvContentPartPr>
              <p14:xfrm>
                <a:off x="2533320" y="1832697"/>
                <a:ext cx="39600" cy="7452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6DE60DAC-4BC8-EE5E-5D74-5570BFDC2A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15680" y="1815057"/>
                  <a:ext cx="75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9F11E12F-6E52-3B5F-DCC7-A47DA028F7ED}"/>
                    </a:ext>
                  </a:extLst>
                </p14:cNvPr>
                <p14:cNvContentPartPr/>
                <p14:nvPr/>
              </p14:nvContentPartPr>
              <p14:xfrm>
                <a:off x="2589120" y="1644777"/>
                <a:ext cx="47880" cy="8496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9F11E12F-6E52-3B5F-DCC7-A47DA028F7E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1120" y="1626777"/>
                  <a:ext cx="83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F4815C14-F4C5-4744-DFE8-521F34522371}"/>
                    </a:ext>
                  </a:extLst>
                </p14:cNvPr>
                <p14:cNvContentPartPr/>
                <p14:nvPr/>
              </p14:nvContentPartPr>
              <p14:xfrm>
                <a:off x="2633400" y="1795617"/>
                <a:ext cx="339840" cy="12348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F4815C14-F4C5-4744-DFE8-521F345223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15400" y="1777617"/>
                  <a:ext cx="37548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E1DC7935-EAA0-649F-5E54-FA1FED694502}"/>
              </a:ext>
            </a:extLst>
          </p:cNvPr>
          <p:cNvGrpSpPr/>
          <p:nvPr/>
        </p:nvGrpSpPr>
        <p:grpSpPr>
          <a:xfrm>
            <a:off x="3112560" y="1531737"/>
            <a:ext cx="1490400" cy="522360"/>
            <a:chOff x="3112560" y="1531737"/>
            <a:chExt cx="1490400" cy="5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CB4F185E-5944-4DFC-8420-380BE65EF47E}"/>
                    </a:ext>
                  </a:extLst>
                </p14:cNvPr>
                <p14:cNvContentPartPr/>
                <p14:nvPr/>
              </p14:nvContentPartPr>
              <p14:xfrm>
                <a:off x="3112560" y="1531737"/>
                <a:ext cx="317520" cy="52236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CB4F185E-5944-4DFC-8420-380BE65EF4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94560" y="1513737"/>
                  <a:ext cx="35316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0D45374F-6044-00A3-91DB-37C2028D2753}"/>
                    </a:ext>
                  </a:extLst>
                </p14:cNvPr>
                <p14:cNvContentPartPr/>
                <p14:nvPr/>
              </p14:nvContentPartPr>
              <p14:xfrm>
                <a:off x="3452760" y="1702017"/>
                <a:ext cx="30960" cy="20952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0D45374F-6044-00A3-91DB-37C2028D275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4760" y="1684017"/>
                  <a:ext cx="666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34C19F79-7B49-D598-9F9B-EFC8DC272578}"/>
                    </a:ext>
                  </a:extLst>
                </p14:cNvPr>
                <p14:cNvContentPartPr/>
                <p14:nvPr/>
              </p14:nvContentPartPr>
              <p14:xfrm>
                <a:off x="3536640" y="1819737"/>
                <a:ext cx="92880" cy="9360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34C19F79-7B49-D598-9F9B-EFC8DC2725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19000" y="1802097"/>
                  <a:ext cx="128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705E5B7F-63E9-6E1A-C826-E8776EB18F11}"/>
                    </a:ext>
                  </a:extLst>
                </p14:cNvPr>
                <p14:cNvContentPartPr/>
                <p14:nvPr/>
              </p14:nvContentPartPr>
              <p14:xfrm>
                <a:off x="3704760" y="1793817"/>
                <a:ext cx="75960" cy="13320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705E5B7F-63E9-6E1A-C826-E8776EB18F1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86760" y="1776177"/>
                  <a:ext cx="111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B86D68A7-A57B-B765-D6DD-E81AE9321E95}"/>
                    </a:ext>
                  </a:extLst>
                </p14:cNvPr>
                <p14:cNvContentPartPr/>
                <p14:nvPr/>
              </p14:nvContentPartPr>
              <p14:xfrm>
                <a:off x="3870720" y="1795617"/>
                <a:ext cx="101160" cy="10908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B86D68A7-A57B-B765-D6DD-E81AE9321E9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53080" y="1777977"/>
                  <a:ext cx="136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F5F936BB-C193-C22D-3EF5-AE5A81B7F04E}"/>
                    </a:ext>
                  </a:extLst>
                </p14:cNvPr>
                <p14:cNvContentPartPr/>
                <p14:nvPr/>
              </p14:nvContentPartPr>
              <p14:xfrm>
                <a:off x="3992760" y="1772217"/>
                <a:ext cx="163440" cy="5004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F5F936BB-C193-C22D-3EF5-AE5A81B7F04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75120" y="1754577"/>
                  <a:ext cx="199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6A2F0FC0-796D-9765-D777-D42B4A06D060}"/>
                    </a:ext>
                  </a:extLst>
                </p14:cNvPr>
                <p14:cNvContentPartPr/>
                <p14:nvPr/>
              </p14:nvContentPartPr>
              <p14:xfrm>
                <a:off x="4094640" y="1628217"/>
                <a:ext cx="25200" cy="26136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6A2F0FC0-796D-9765-D777-D42B4A06D0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77000" y="1610577"/>
                  <a:ext cx="60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1D2FA73A-4AA9-FB13-6F78-105ADBAD5108}"/>
                    </a:ext>
                  </a:extLst>
                </p14:cNvPr>
                <p14:cNvContentPartPr/>
                <p14:nvPr/>
              </p14:nvContentPartPr>
              <p14:xfrm>
                <a:off x="4168080" y="1846017"/>
                <a:ext cx="33840" cy="4140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1D2FA73A-4AA9-FB13-6F78-105ADBAD51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50080" y="1828017"/>
                  <a:ext cx="694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A19813C5-F047-6E08-C917-67811E860088}"/>
                    </a:ext>
                  </a:extLst>
                </p14:cNvPr>
                <p14:cNvContentPartPr/>
                <p14:nvPr/>
              </p14:nvContentPartPr>
              <p14:xfrm>
                <a:off x="4217400" y="1702377"/>
                <a:ext cx="10440" cy="2520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A19813C5-F047-6E08-C917-67811E8600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99400" y="1684737"/>
                  <a:ext cx="46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B066E31A-F745-48CD-1B00-93AF08126692}"/>
                    </a:ext>
                  </a:extLst>
                </p14:cNvPr>
                <p14:cNvContentPartPr/>
                <p14:nvPr/>
              </p14:nvContentPartPr>
              <p14:xfrm>
                <a:off x="4294080" y="1782657"/>
                <a:ext cx="308880" cy="12348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B066E31A-F745-48CD-1B00-93AF081266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76440" y="1764657"/>
                  <a:ext cx="34452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C2985600-F7E9-B138-1FEC-6F2F50E78E7C}"/>
              </a:ext>
            </a:extLst>
          </p:cNvPr>
          <p:cNvGrpSpPr/>
          <p:nvPr/>
        </p:nvGrpSpPr>
        <p:grpSpPr>
          <a:xfrm>
            <a:off x="1122840" y="2595177"/>
            <a:ext cx="364320" cy="428760"/>
            <a:chOff x="1122840" y="2595177"/>
            <a:chExt cx="36432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B8AB6952-59C1-6470-89FE-BB4C94E8347F}"/>
                    </a:ext>
                  </a:extLst>
                </p14:cNvPr>
                <p14:cNvContentPartPr/>
                <p14:nvPr/>
              </p14:nvContentPartPr>
              <p14:xfrm>
                <a:off x="1171440" y="2671497"/>
                <a:ext cx="110160" cy="26568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B8AB6952-59C1-6470-89FE-BB4C94E834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53440" y="2653857"/>
                  <a:ext cx="1458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99D429C0-CC15-7AC1-4F0A-8011A1206420}"/>
                    </a:ext>
                  </a:extLst>
                </p14:cNvPr>
                <p14:cNvContentPartPr/>
                <p14:nvPr/>
              </p14:nvContentPartPr>
              <p14:xfrm>
                <a:off x="1122840" y="2704617"/>
                <a:ext cx="242280" cy="11088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99D429C0-CC15-7AC1-4F0A-8011A120642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5200" y="2686617"/>
                  <a:ext cx="277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157CCBCB-792C-F993-FFB4-7F274C37430B}"/>
                    </a:ext>
                  </a:extLst>
                </p14:cNvPr>
                <p14:cNvContentPartPr/>
                <p14:nvPr/>
              </p14:nvContentPartPr>
              <p14:xfrm>
                <a:off x="1456560" y="2595177"/>
                <a:ext cx="30600" cy="42876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157CCBCB-792C-F993-FFB4-7F274C3743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38560" y="2577177"/>
                  <a:ext cx="66240" cy="46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811C88C5-DEA6-FF24-EF55-FD3FDEB3E13D}"/>
              </a:ext>
            </a:extLst>
          </p:cNvPr>
          <p:cNvGrpSpPr/>
          <p:nvPr/>
        </p:nvGrpSpPr>
        <p:grpSpPr>
          <a:xfrm>
            <a:off x="2022480" y="2518857"/>
            <a:ext cx="1724760" cy="397440"/>
            <a:chOff x="2022480" y="2518857"/>
            <a:chExt cx="172476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6A0F3BD5-B2C8-8886-3A45-A91B68BD49DB}"/>
                    </a:ext>
                  </a:extLst>
                </p14:cNvPr>
                <p14:cNvContentPartPr/>
                <p14:nvPr/>
              </p14:nvContentPartPr>
              <p14:xfrm>
                <a:off x="2022480" y="2783457"/>
                <a:ext cx="105120" cy="13284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6A0F3BD5-B2C8-8886-3A45-A91B68BD49D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04840" y="2765817"/>
                  <a:ext cx="1407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34E9A6A9-EA0F-7497-512F-5EA9D6C24268}"/>
                    </a:ext>
                  </a:extLst>
                </p14:cNvPr>
                <p14:cNvContentPartPr/>
                <p14:nvPr/>
              </p14:nvContentPartPr>
              <p14:xfrm>
                <a:off x="2158560" y="2800737"/>
                <a:ext cx="203760" cy="8352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34E9A6A9-EA0F-7497-512F-5EA9D6C242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40560" y="2782737"/>
                  <a:ext cx="239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199E82F1-3297-33BA-BCE4-CC7935690377}"/>
                    </a:ext>
                  </a:extLst>
                </p14:cNvPr>
                <p14:cNvContentPartPr/>
                <p14:nvPr/>
              </p14:nvContentPartPr>
              <p14:xfrm>
                <a:off x="2403000" y="2587617"/>
                <a:ext cx="189360" cy="26964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199E82F1-3297-33BA-BCE4-CC79356903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85000" y="2569617"/>
                  <a:ext cx="2250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94EE766B-3EB4-277C-2D93-1476D82DB12A}"/>
                    </a:ext>
                  </a:extLst>
                </p14:cNvPr>
                <p14:cNvContentPartPr/>
                <p14:nvPr/>
              </p14:nvContentPartPr>
              <p14:xfrm>
                <a:off x="2672280" y="2753217"/>
                <a:ext cx="129960" cy="11376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94EE766B-3EB4-277C-2D93-1476D82DB12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54640" y="2735217"/>
                  <a:ext cx="165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8376F7AA-8AE7-E838-1034-136E4A73FCC9}"/>
                    </a:ext>
                  </a:extLst>
                </p14:cNvPr>
                <p14:cNvContentPartPr/>
                <p14:nvPr/>
              </p14:nvContentPartPr>
              <p14:xfrm>
                <a:off x="2902680" y="2518857"/>
                <a:ext cx="23400" cy="29988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8376F7AA-8AE7-E838-1034-136E4A73FC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84680" y="2501217"/>
                  <a:ext cx="590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4CA4A7CF-64D1-BE5E-6FDE-3B95046441A8}"/>
                    </a:ext>
                  </a:extLst>
                </p14:cNvPr>
                <p14:cNvContentPartPr/>
                <p14:nvPr/>
              </p14:nvContentPartPr>
              <p14:xfrm>
                <a:off x="2964600" y="2692377"/>
                <a:ext cx="145800" cy="15480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4CA4A7CF-64D1-BE5E-6FDE-3B95046441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46600" y="2674737"/>
                  <a:ext cx="181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01DEF7A6-E4C6-7373-65F6-222FF1E10412}"/>
                    </a:ext>
                  </a:extLst>
                </p14:cNvPr>
                <p14:cNvContentPartPr/>
                <p14:nvPr/>
              </p14:nvContentPartPr>
              <p14:xfrm>
                <a:off x="3167640" y="2698137"/>
                <a:ext cx="179280" cy="12600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01DEF7A6-E4C6-7373-65F6-222FF1E1041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49640" y="2680137"/>
                  <a:ext cx="214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82FA86DD-ABBA-A87B-347A-91DBD201413F}"/>
                    </a:ext>
                  </a:extLst>
                </p14:cNvPr>
                <p14:cNvContentPartPr/>
                <p14:nvPr/>
              </p14:nvContentPartPr>
              <p14:xfrm>
                <a:off x="3421080" y="2676177"/>
                <a:ext cx="326160" cy="135720"/>
              </p14:xfrm>
            </p:contentPart>
          </mc:Choice>
          <mc:Fallback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82FA86DD-ABBA-A87B-347A-91DBD201413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03080" y="2658537"/>
                  <a:ext cx="3618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1D599CFF-25FC-67F1-C9F6-17ADF9B699B3}"/>
              </a:ext>
            </a:extLst>
          </p:cNvPr>
          <p:cNvGrpSpPr/>
          <p:nvPr/>
        </p:nvGrpSpPr>
        <p:grpSpPr>
          <a:xfrm>
            <a:off x="3969720" y="2424537"/>
            <a:ext cx="450360" cy="447120"/>
            <a:chOff x="3969720" y="2424537"/>
            <a:chExt cx="45036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2E3BA530-80E0-DE78-DE26-97424C079BD1}"/>
                    </a:ext>
                  </a:extLst>
                </p14:cNvPr>
                <p14:cNvContentPartPr/>
                <p14:nvPr/>
              </p14:nvContentPartPr>
              <p14:xfrm>
                <a:off x="3984480" y="2424537"/>
                <a:ext cx="435600" cy="24336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2E3BA530-80E0-DE78-DE26-97424C079BD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66480" y="2406537"/>
                  <a:ext cx="4712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0996A1CD-F4A0-E845-9EF9-47EFC74B5E67}"/>
                    </a:ext>
                  </a:extLst>
                </p14:cNvPr>
                <p14:cNvContentPartPr/>
                <p14:nvPr/>
              </p14:nvContentPartPr>
              <p14:xfrm>
                <a:off x="3969720" y="2670777"/>
                <a:ext cx="407880" cy="200880"/>
              </p14:xfrm>
            </p:contentPart>
          </mc:Choice>
          <mc:Fallback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0996A1CD-F4A0-E845-9EF9-47EFC74B5E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52080" y="2652777"/>
                  <a:ext cx="44352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D85454BD-0DB0-182A-B026-149BA1587ACA}"/>
              </a:ext>
            </a:extLst>
          </p:cNvPr>
          <p:cNvGrpSpPr/>
          <p:nvPr/>
        </p:nvGrpSpPr>
        <p:grpSpPr>
          <a:xfrm>
            <a:off x="4715280" y="2209617"/>
            <a:ext cx="501480" cy="311400"/>
            <a:chOff x="4715280" y="2209617"/>
            <a:chExt cx="50148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3FDBFFAA-2BEC-2F53-7DFC-5CC3A2D1B6D9}"/>
                    </a:ext>
                  </a:extLst>
                </p14:cNvPr>
                <p14:cNvContentPartPr/>
                <p14:nvPr/>
              </p14:nvContentPartPr>
              <p14:xfrm>
                <a:off x="4715280" y="2209617"/>
                <a:ext cx="238320" cy="189360"/>
              </p14:xfrm>
            </p:contentPart>
          </mc:Choice>
          <mc:Fallback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3FDBFFAA-2BEC-2F53-7DFC-5CC3A2D1B6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7280" y="2191977"/>
                  <a:ext cx="273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18EDE85D-6D49-A241-F3E4-FC687F2EA1AC}"/>
                    </a:ext>
                  </a:extLst>
                </p14:cNvPr>
                <p14:cNvContentPartPr/>
                <p14:nvPr/>
              </p14:nvContentPartPr>
              <p14:xfrm>
                <a:off x="4854600" y="2247057"/>
                <a:ext cx="45360" cy="23832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18EDE85D-6D49-A241-F3E4-FC687F2EA1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36600" y="2229417"/>
                  <a:ext cx="81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D23D96B2-FFBB-3816-17FE-CB9437753996}"/>
                    </a:ext>
                  </a:extLst>
                </p14:cNvPr>
                <p14:cNvContentPartPr/>
                <p14:nvPr/>
              </p14:nvContentPartPr>
              <p14:xfrm>
                <a:off x="5065560" y="2260017"/>
                <a:ext cx="151200" cy="26100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D23D96B2-FFBB-3816-17FE-CB94377539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47920" y="2242017"/>
                  <a:ext cx="18684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0" name="筆跡 49">
                <a:extLst>
                  <a:ext uri="{FF2B5EF4-FFF2-40B4-BE49-F238E27FC236}">
                    <a16:creationId xmlns:a16="http://schemas.microsoft.com/office/drawing/2014/main" id="{02820D80-3122-B3A6-8E36-7721BA2C9115}"/>
                  </a:ext>
                </a:extLst>
              </p14:cNvPr>
              <p14:cNvContentPartPr/>
              <p14:nvPr/>
            </p14:nvContentPartPr>
            <p14:xfrm>
              <a:off x="5031000" y="2806137"/>
              <a:ext cx="162720" cy="252000"/>
            </p14:xfrm>
          </p:contentPart>
        </mc:Choice>
        <mc:Fallback>
          <p:pic>
            <p:nvPicPr>
              <p:cNvPr id="50" name="筆跡 49">
                <a:extLst>
                  <a:ext uri="{FF2B5EF4-FFF2-40B4-BE49-F238E27FC236}">
                    <a16:creationId xmlns:a16="http://schemas.microsoft.com/office/drawing/2014/main" id="{02820D80-3122-B3A6-8E36-7721BA2C911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013000" y="2788497"/>
                <a:ext cx="19836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群組 59">
            <a:extLst>
              <a:ext uri="{FF2B5EF4-FFF2-40B4-BE49-F238E27FC236}">
                <a16:creationId xmlns:a16="http://schemas.microsoft.com/office/drawing/2014/main" id="{1B496F8D-C125-29E9-4E9C-99F09158C2CA}"/>
              </a:ext>
            </a:extLst>
          </p:cNvPr>
          <p:cNvGrpSpPr/>
          <p:nvPr/>
        </p:nvGrpSpPr>
        <p:grpSpPr>
          <a:xfrm>
            <a:off x="1062000" y="3702897"/>
            <a:ext cx="1318680" cy="352800"/>
            <a:chOff x="1062000" y="3702897"/>
            <a:chExt cx="131868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7BD15483-F80C-058E-315A-5C9A26DAC29F}"/>
                    </a:ext>
                  </a:extLst>
                </p14:cNvPr>
                <p14:cNvContentPartPr/>
                <p14:nvPr/>
              </p14:nvContentPartPr>
              <p14:xfrm>
                <a:off x="1062000" y="3718737"/>
                <a:ext cx="438840" cy="24840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7BD15483-F80C-058E-315A-5C9A26DAC2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4000" y="3700737"/>
                  <a:ext cx="474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A31B2325-E622-7D57-636F-15F31C44BE41}"/>
                    </a:ext>
                  </a:extLst>
                </p14:cNvPr>
                <p14:cNvContentPartPr/>
                <p14:nvPr/>
              </p14:nvContentPartPr>
              <p14:xfrm>
                <a:off x="1370520" y="3702897"/>
                <a:ext cx="149760" cy="2412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A31B2325-E622-7D57-636F-15F31C44BE4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52520" y="3684897"/>
                  <a:ext cx="185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E5A5D9CE-55CC-9004-5980-489769EC0EC1}"/>
                    </a:ext>
                  </a:extLst>
                </p14:cNvPr>
                <p14:cNvContentPartPr/>
                <p14:nvPr/>
              </p14:nvContentPartPr>
              <p14:xfrm>
                <a:off x="1636200" y="3770577"/>
                <a:ext cx="126720" cy="19440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E5A5D9CE-55CC-9004-5980-489769EC0EC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18560" y="3752577"/>
                  <a:ext cx="162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2D05D1AE-7A05-901C-8F54-FC354AD2F06A}"/>
                    </a:ext>
                  </a:extLst>
                </p14:cNvPr>
                <p14:cNvContentPartPr/>
                <p14:nvPr/>
              </p14:nvContentPartPr>
              <p14:xfrm>
                <a:off x="1816200" y="3978657"/>
                <a:ext cx="65160" cy="7704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2D05D1AE-7A05-901C-8F54-FC354AD2F06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98200" y="3961017"/>
                  <a:ext cx="100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B82158C4-498D-4B0C-44E3-0D61C8B48D9D}"/>
                    </a:ext>
                  </a:extLst>
                </p14:cNvPr>
                <p14:cNvContentPartPr/>
                <p14:nvPr/>
              </p14:nvContentPartPr>
              <p14:xfrm>
                <a:off x="1951560" y="3785337"/>
                <a:ext cx="429120" cy="142560"/>
              </p14:xfrm>
            </p:contentPart>
          </mc:Choice>
          <mc:Fallback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B82158C4-498D-4B0C-44E3-0D61C8B48D9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33560" y="3767697"/>
                  <a:ext cx="46476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D94894EC-F5F7-EB36-F511-92D5F791BB83}"/>
              </a:ext>
            </a:extLst>
          </p:cNvPr>
          <p:cNvGrpSpPr/>
          <p:nvPr/>
        </p:nvGrpSpPr>
        <p:grpSpPr>
          <a:xfrm>
            <a:off x="2873880" y="3476817"/>
            <a:ext cx="874080" cy="449280"/>
            <a:chOff x="2873880" y="3476817"/>
            <a:chExt cx="874080" cy="44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031480CF-E306-CB21-B390-FF3A7BDC3179}"/>
                    </a:ext>
                  </a:extLst>
                </p14:cNvPr>
                <p14:cNvContentPartPr/>
                <p14:nvPr/>
              </p14:nvContentPartPr>
              <p14:xfrm>
                <a:off x="2873880" y="3697497"/>
                <a:ext cx="304560" cy="18756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031480CF-E306-CB21-B390-FF3A7BDC317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55880" y="3679857"/>
                  <a:ext cx="340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604257E6-0C84-5C03-F18E-D0A91179F10B}"/>
                    </a:ext>
                  </a:extLst>
                </p14:cNvPr>
                <p14:cNvContentPartPr/>
                <p14:nvPr/>
              </p14:nvContentPartPr>
              <p14:xfrm>
                <a:off x="3177360" y="3706857"/>
                <a:ext cx="343440" cy="165240"/>
              </p14:xfrm>
            </p:contentPart>
          </mc:Choice>
          <mc:Fallback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604257E6-0C84-5C03-F18E-D0A91179F1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59360" y="3689217"/>
                  <a:ext cx="379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CD3CBD71-FDF3-3A18-5A7F-E475DB89F74A}"/>
                    </a:ext>
                  </a:extLst>
                </p14:cNvPr>
                <p14:cNvContentPartPr/>
                <p14:nvPr/>
              </p14:nvContentPartPr>
              <p14:xfrm>
                <a:off x="3517560" y="3697497"/>
                <a:ext cx="141480" cy="59040"/>
              </p14:xfrm>
            </p:contentPart>
          </mc:Choice>
          <mc:Fallback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CD3CBD71-FDF3-3A18-5A7F-E475DB89F74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99560" y="3679497"/>
                  <a:ext cx="1771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A8709121-D3A2-ED7E-B05A-6A8E2D959F3D}"/>
                    </a:ext>
                  </a:extLst>
                </p14:cNvPr>
                <p14:cNvContentPartPr/>
                <p14:nvPr/>
              </p14:nvContentPartPr>
              <p14:xfrm>
                <a:off x="3573000" y="3476817"/>
                <a:ext cx="48240" cy="449280"/>
              </p14:xfrm>
            </p:contentPart>
          </mc:Choice>
          <mc:Fallback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A8709121-D3A2-ED7E-B05A-6A8E2D959F3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55360" y="3458817"/>
                  <a:ext cx="838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EC51E991-4DC6-AA28-A911-D7815263A4EE}"/>
                    </a:ext>
                  </a:extLst>
                </p14:cNvPr>
                <p14:cNvContentPartPr/>
                <p14:nvPr/>
              </p14:nvContentPartPr>
              <p14:xfrm>
                <a:off x="3665880" y="3736017"/>
                <a:ext cx="82080" cy="15840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EC51E991-4DC6-AA28-A911-D7815263A4E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48240" y="3718017"/>
                  <a:ext cx="11772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B2FE2D9D-EC65-2A1A-3121-745A935E85F8}"/>
              </a:ext>
            </a:extLst>
          </p:cNvPr>
          <p:cNvGrpSpPr/>
          <p:nvPr/>
        </p:nvGrpSpPr>
        <p:grpSpPr>
          <a:xfrm>
            <a:off x="5813640" y="535977"/>
            <a:ext cx="1327320" cy="450000"/>
            <a:chOff x="5813640" y="535977"/>
            <a:chExt cx="132732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9DAC1A24-80FC-6817-B053-CB2CA0FD5021}"/>
                    </a:ext>
                  </a:extLst>
                </p14:cNvPr>
                <p14:cNvContentPartPr/>
                <p14:nvPr/>
              </p14:nvContentPartPr>
              <p14:xfrm>
                <a:off x="5813640" y="719577"/>
                <a:ext cx="147600" cy="266400"/>
              </p14:xfrm>
            </p:contentPart>
          </mc:Choice>
          <mc:Fallback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9DAC1A24-80FC-6817-B053-CB2CA0FD502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96000" y="701937"/>
                  <a:ext cx="183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B354AB9E-1901-4B3A-D8D3-B3AC1D7EA10A}"/>
                    </a:ext>
                  </a:extLst>
                </p14:cNvPr>
                <p14:cNvContentPartPr/>
                <p14:nvPr/>
              </p14:nvContentPartPr>
              <p14:xfrm>
                <a:off x="6005880" y="722457"/>
                <a:ext cx="323280" cy="149400"/>
              </p14:xfrm>
            </p:contentPart>
          </mc:Choice>
          <mc:Fallback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B354AB9E-1901-4B3A-D8D3-B3AC1D7EA10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88240" y="704817"/>
                  <a:ext cx="358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7204E633-E114-B611-F764-67DF00B3745A}"/>
                    </a:ext>
                  </a:extLst>
                </p14:cNvPr>
                <p14:cNvContentPartPr/>
                <p14:nvPr/>
              </p14:nvContentPartPr>
              <p14:xfrm>
                <a:off x="6359760" y="742257"/>
                <a:ext cx="285480" cy="10368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7204E633-E114-B611-F764-67DF00B374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41760" y="724257"/>
                  <a:ext cx="321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22AAE7B0-5156-2593-0CA5-AF8B2B075345}"/>
                    </a:ext>
                  </a:extLst>
                </p14:cNvPr>
                <p14:cNvContentPartPr/>
                <p14:nvPr/>
              </p14:nvContentPartPr>
              <p14:xfrm>
                <a:off x="6642360" y="721377"/>
                <a:ext cx="126360" cy="12960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22AAE7B0-5156-2593-0CA5-AF8B2B0753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24360" y="703377"/>
                  <a:ext cx="1620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8E5E67C8-2BB3-B206-B798-C940BFE01978}"/>
                    </a:ext>
                  </a:extLst>
                </p14:cNvPr>
                <p14:cNvContentPartPr/>
                <p14:nvPr/>
              </p14:nvContentPartPr>
              <p14:xfrm>
                <a:off x="6760800" y="708777"/>
                <a:ext cx="169560" cy="25200"/>
              </p14:xfrm>
            </p:contentPart>
          </mc:Choice>
          <mc:Fallback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8E5E67C8-2BB3-B206-B798-C940BFE0197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42800" y="690777"/>
                  <a:ext cx="205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29A7BAFC-B22A-2844-B412-5DA36EBABD4A}"/>
                    </a:ext>
                  </a:extLst>
                </p14:cNvPr>
                <p14:cNvContentPartPr/>
                <p14:nvPr/>
              </p14:nvContentPartPr>
              <p14:xfrm>
                <a:off x="6863040" y="535977"/>
                <a:ext cx="23040" cy="330480"/>
              </p14:xfrm>
            </p:contentPart>
          </mc:Choice>
          <mc:Fallback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29A7BAFC-B22A-2844-B412-5DA36EBABD4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45400" y="517977"/>
                  <a:ext cx="586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8BE274B3-3C0A-68EA-85CE-D227FB491AB3}"/>
                    </a:ext>
                  </a:extLst>
                </p14:cNvPr>
                <p14:cNvContentPartPr/>
                <p14:nvPr/>
              </p14:nvContentPartPr>
              <p14:xfrm>
                <a:off x="6912720" y="728577"/>
                <a:ext cx="228240" cy="14400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8BE274B3-3C0A-68EA-85CE-D227FB491AB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95080" y="710937"/>
                  <a:ext cx="26388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3F3B685F-8069-6046-FF09-8B718ACCC843}"/>
              </a:ext>
            </a:extLst>
          </p:cNvPr>
          <p:cNvGrpSpPr/>
          <p:nvPr/>
        </p:nvGrpSpPr>
        <p:grpSpPr>
          <a:xfrm>
            <a:off x="7404480" y="603657"/>
            <a:ext cx="1394640" cy="491400"/>
            <a:chOff x="7404480" y="603657"/>
            <a:chExt cx="139464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6E87A5BB-074E-04E4-3378-A27A2B060545}"/>
                    </a:ext>
                  </a:extLst>
                </p14:cNvPr>
                <p14:cNvContentPartPr/>
                <p14:nvPr/>
              </p14:nvContentPartPr>
              <p14:xfrm>
                <a:off x="7404480" y="754857"/>
                <a:ext cx="567720" cy="140760"/>
              </p14:xfrm>
            </p:contentPart>
          </mc:Choice>
          <mc:Fallback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6E87A5BB-074E-04E4-3378-A27A2B06054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86480" y="736857"/>
                  <a:ext cx="603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筆跡 73">
                  <a:extLst>
                    <a:ext uri="{FF2B5EF4-FFF2-40B4-BE49-F238E27FC236}">
                      <a16:creationId xmlns:a16="http://schemas.microsoft.com/office/drawing/2014/main" id="{70C4CB66-7C37-BDA2-027E-7069CC27FB2C}"/>
                    </a:ext>
                  </a:extLst>
                </p14:cNvPr>
                <p14:cNvContentPartPr/>
                <p14:nvPr/>
              </p14:nvContentPartPr>
              <p14:xfrm>
                <a:off x="8179560" y="781137"/>
                <a:ext cx="42120" cy="313920"/>
              </p14:xfrm>
            </p:contentPart>
          </mc:Choice>
          <mc:Fallback>
            <p:pic>
              <p:nvPicPr>
                <p:cNvPr id="74" name="筆跡 73">
                  <a:extLst>
                    <a:ext uri="{FF2B5EF4-FFF2-40B4-BE49-F238E27FC236}">
                      <a16:creationId xmlns:a16="http://schemas.microsoft.com/office/drawing/2014/main" id="{70C4CB66-7C37-BDA2-027E-7069CC27FB2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61560" y="763137"/>
                  <a:ext cx="777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673B07F2-C771-4581-965E-9AFBD9598409}"/>
                    </a:ext>
                  </a:extLst>
                </p14:cNvPr>
                <p14:cNvContentPartPr/>
                <p14:nvPr/>
              </p14:nvContentPartPr>
              <p14:xfrm>
                <a:off x="8182800" y="752337"/>
                <a:ext cx="111240" cy="2534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673B07F2-C771-4581-965E-9AFBD95984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165160" y="734697"/>
                  <a:ext cx="146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543B314D-D0FD-B3E9-DC8D-9C8954D79F1B}"/>
                    </a:ext>
                  </a:extLst>
                </p14:cNvPr>
                <p14:cNvContentPartPr/>
                <p14:nvPr/>
              </p14:nvContentPartPr>
              <p14:xfrm>
                <a:off x="8389800" y="603657"/>
                <a:ext cx="34560" cy="256680"/>
              </p14:xfrm>
            </p:contentPart>
          </mc:Choice>
          <mc:Fallback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543B314D-D0FD-B3E9-DC8D-9C8954D79F1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71800" y="585657"/>
                  <a:ext cx="702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筆跡 76">
                  <a:extLst>
                    <a:ext uri="{FF2B5EF4-FFF2-40B4-BE49-F238E27FC236}">
                      <a16:creationId xmlns:a16="http://schemas.microsoft.com/office/drawing/2014/main" id="{EA79DF1B-598F-B81D-76F9-5C175BC53BBE}"/>
                    </a:ext>
                  </a:extLst>
                </p14:cNvPr>
                <p14:cNvContentPartPr/>
                <p14:nvPr/>
              </p14:nvContentPartPr>
              <p14:xfrm>
                <a:off x="8430480" y="770697"/>
                <a:ext cx="127080" cy="136800"/>
              </p14:xfrm>
            </p:contentPart>
          </mc:Choice>
          <mc:Fallback>
            <p:pic>
              <p:nvPicPr>
                <p:cNvPr id="77" name="筆跡 76">
                  <a:extLst>
                    <a:ext uri="{FF2B5EF4-FFF2-40B4-BE49-F238E27FC236}">
                      <a16:creationId xmlns:a16="http://schemas.microsoft.com/office/drawing/2014/main" id="{EA79DF1B-598F-B81D-76F9-5C175BC53BB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12480" y="753057"/>
                  <a:ext cx="1627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FA56509E-000A-7B6D-3C1F-5CA4FFC5EB04}"/>
                    </a:ext>
                  </a:extLst>
                </p14:cNvPr>
                <p14:cNvContentPartPr/>
                <p14:nvPr/>
              </p14:nvContentPartPr>
              <p14:xfrm>
                <a:off x="8613000" y="758457"/>
                <a:ext cx="186120" cy="163440"/>
              </p14:xfrm>
            </p:contentPart>
          </mc:Choice>
          <mc:Fallback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FA56509E-000A-7B6D-3C1F-5CA4FFC5EB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95360" y="740457"/>
                  <a:ext cx="22176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61EA9067-9703-F04C-0CD0-EECF202F6B15}"/>
              </a:ext>
            </a:extLst>
          </p:cNvPr>
          <p:cNvGrpSpPr/>
          <p:nvPr/>
        </p:nvGrpSpPr>
        <p:grpSpPr>
          <a:xfrm>
            <a:off x="7253280" y="1272537"/>
            <a:ext cx="253800" cy="500040"/>
            <a:chOff x="7253280" y="1272537"/>
            <a:chExt cx="25380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筆跡 80">
                  <a:extLst>
                    <a:ext uri="{FF2B5EF4-FFF2-40B4-BE49-F238E27FC236}">
                      <a16:creationId xmlns:a16="http://schemas.microsoft.com/office/drawing/2014/main" id="{F425F9CD-310C-C139-8782-4224B5D627B7}"/>
                    </a:ext>
                  </a:extLst>
                </p14:cNvPr>
                <p14:cNvContentPartPr/>
                <p14:nvPr/>
              </p14:nvContentPartPr>
              <p14:xfrm>
                <a:off x="7300080" y="1272537"/>
                <a:ext cx="57600" cy="432360"/>
              </p14:xfrm>
            </p:contentPart>
          </mc:Choice>
          <mc:Fallback>
            <p:pic>
              <p:nvPicPr>
                <p:cNvPr id="81" name="筆跡 80">
                  <a:extLst>
                    <a:ext uri="{FF2B5EF4-FFF2-40B4-BE49-F238E27FC236}">
                      <a16:creationId xmlns:a16="http://schemas.microsoft.com/office/drawing/2014/main" id="{F425F9CD-310C-C139-8782-4224B5D627B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82080" y="1254897"/>
                  <a:ext cx="932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筆跡 81">
                  <a:extLst>
                    <a:ext uri="{FF2B5EF4-FFF2-40B4-BE49-F238E27FC236}">
                      <a16:creationId xmlns:a16="http://schemas.microsoft.com/office/drawing/2014/main" id="{C8485948-CB8E-110D-23FC-7FEE612B16C5}"/>
                    </a:ext>
                  </a:extLst>
                </p14:cNvPr>
                <p14:cNvContentPartPr/>
                <p14:nvPr/>
              </p14:nvContentPartPr>
              <p14:xfrm>
                <a:off x="7253280" y="1593657"/>
                <a:ext cx="253800" cy="178920"/>
              </p14:xfrm>
            </p:contentPart>
          </mc:Choice>
          <mc:Fallback>
            <p:pic>
              <p:nvPicPr>
                <p:cNvPr id="82" name="筆跡 81">
                  <a:extLst>
                    <a:ext uri="{FF2B5EF4-FFF2-40B4-BE49-F238E27FC236}">
                      <a16:creationId xmlns:a16="http://schemas.microsoft.com/office/drawing/2014/main" id="{C8485948-CB8E-110D-23FC-7FEE612B16C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35280" y="1576017"/>
                  <a:ext cx="28944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B9A2C202-05F9-74EC-D520-8DB80D8A552E}"/>
              </a:ext>
            </a:extLst>
          </p:cNvPr>
          <p:cNvGrpSpPr/>
          <p:nvPr/>
        </p:nvGrpSpPr>
        <p:grpSpPr>
          <a:xfrm>
            <a:off x="5856480" y="1919457"/>
            <a:ext cx="1863360" cy="654120"/>
            <a:chOff x="5856480" y="1919457"/>
            <a:chExt cx="1863360" cy="65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筆跡 83">
                  <a:extLst>
                    <a:ext uri="{FF2B5EF4-FFF2-40B4-BE49-F238E27FC236}">
                      <a16:creationId xmlns:a16="http://schemas.microsoft.com/office/drawing/2014/main" id="{75B74F19-F405-3F09-51E9-CBCBE36249BA}"/>
                    </a:ext>
                  </a:extLst>
                </p14:cNvPr>
                <p14:cNvContentPartPr/>
                <p14:nvPr/>
              </p14:nvContentPartPr>
              <p14:xfrm>
                <a:off x="5856480" y="2095497"/>
                <a:ext cx="178560" cy="209520"/>
              </p14:xfrm>
            </p:contentPart>
          </mc:Choice>
          <mc:Fallback>
            <p:pic>
              <p:nvPicPr>
                <p:cNvPr id="84" name="筆跡 83">
                  <a:extLst>
                    <a:ext uri="{FF2B5EF4-FFF2-40B4-BE49-F238E27FC236}">
                      <a16:creationId xmlns:a16="http://schemas.microsoft.com/office/drawing/2014/main" id="{75B74F19-F405-3F09-51E9-CBCBE36249B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38840" y="2077857"/>
                  <a:ext cx="214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筆跡 84">
                  <a:extLst>
                    <a:ext uri="{FF2B5EF4-FFF2-40B4-BE49-F238E27FC236}">
                      <a16:creationId xmlns:a16="http://schemas.microsoft.com/office/drawing/2014/main" id="{705A0649-437D-C11D-F57D-F6893AF0361B}"/>
                    </a:ext>
                  </a:extLst>
                </p14:cNvPr>
                <p14:cNvContentPartPr/>
                <p14:nvPr/>
              </p14:nvContentPartPr>
              <p14:xfrm>
                <a:off x="6068520" y="2146257"/>
                <a:ext cx="155520" cy="120600"/>
              </p14:xfrm>
            </p:contentPart>
          </mc:Choice>
          <mc:Fallback>
            <p:pic>
              <p:nvPicPr>
                <p:cNvPr id="85" name="筆跡 84">
                  <a:extLst>
                    <a:ext uri="{FF2B5EF4-FFF2-40B4-BE49-F238E27FC236}">
                      <a16:creationId xmlns:a16="http://schemas.microsoft.com/office/drawing/2014/main" id="{705A0649-437D-C11D-F57D-F6893AF0361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50520" y="2128257"/>
                  <a:ext cx="191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筆跡 85">
                  <a:extLst>
                    <a:ext uri="{FF2B5EF4-FFF2-40B4-BE49-F238E27FC236}">
                      <a16:creationId xmlns:a16="http://schemas.microsoft.com/office/drawing/2014/main" id="{6D9B9F42-4941-A683-7923-A615EACC68A6}"/>
                    </a:ext>
                  </a:extLst>
                </p14:cNvPr>
                <p14:cNvContentPartPr/>
                <p14:nvPr/>
              </p14:nvContentPartPr>
              <p14:xfrm>
                <a:off x="6257880" y="2121777"/>
                <a:ext cx="123120" cy="155880"/>
              </p14:xfrm>
            </p:contentPart>
          </mc:Choice>
          <mc:Fallback>
            <p:pic>
              <p:nvPicPr>
                <p:cNvPr id="86" name="筆跡 85">
                  <a:extLst>
                    <a:ext uri="{FF2B5EF4-FFF2-40B4-BE49-F238E27FC236}">
                      <a16:creationId xmlns:a16="http://schemas.microsoft.com/office/drawing/2014/main" id="{6D9B9F42-4941-A683-7923-A615EACC68A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39880" y="2104137"/>
                  <a:ext cx="158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筆跡 86">
                  <a:extLst>
                    <a:ext uri="{FF2B5EF4-FFF2-40B4-BE49-F238E27FC236}">
                      <a16:creationId xmlns:a16="http://schemas.microsoft.com/office/drawing/2014/main" id="{BF9418C2-D82E-948E-B24C-26ED5A81DC05}"/>
                    </a:ext>
                  </a:extLst>
                </p14:cNvPr>
                <p14:cNvContentPartPr/>
                <p14:nvPr/>
              </p14:nvContentPartPr>
              <p14:xfrm>
                <a:off x="6451560" y="1955097"/>
                <a:ext cx="17640" cy="317520"/>
              </p14:xfrm>
            </p:contentPart>
          </mc:Choice>
          <mc:Fallback>
            <p:pic>
              <p:nvPicPr>
                <p:cNvPr id="87" name="筆跡 86">
                  <a:extLst>
                    <a:ext uri="{FF2B5EF4-FFF2-40B4-BE49-F238E27FC236}">
                      <a16:creationId xmlns:a16="http://schemas.microsoft.com/office/drawing/2014/main" id="{BF9418C2-D82E-948E-B24C-26ED5A81DC0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33920" y="1937097"/>
                  <a:ext cx="532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筆跡 87">
                  <a:extLst>
                    <a:ext uri="{FF2B5EF4-FFF2-40B4-BE49-F238E27FC236}">
                      <a16:creationId xmlns:a16="http://schemas.microsoft.com/office/drawing/2014/main" id="{B6F5E178-8566-84EA-B6E8-E15B2124C97D}"/>
                    </a:ext>
                  </a:extLst>
                </p14:cNvPr>
                <p14:cNvContentPartPr/>
                <p14:nvPr/>
              </p14:nvContentPartPr>
              <p14:xfrm>
                <a:off x="6557040" y="2166417"/>
                <a:ext cx="165600" cy="107280"/>
              </p14:xfrm>
            </p:contentPart>
          </mc:Choice>
          <mc:Fallback>
            <p:pic>
              <p:nvPicPr>
                <p:cNvPr id="88" name="筆跡 87">
                  <a:extLst>
                    <a:ext uri="{FF2B5EF4-FFF2-40B4-BE49-F238E27FC236}">
                      <a16:creationId xmlns:a16="http://schemas.microsoft.com/office/drawing/2014/main" id="{B6F5E178-8566-84EA-B6E8-E15B2124C97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9400" y="2148777"/>
                  <a:ext cx="201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筆跡 88">
                  <a:extLst>
                    <a:ext uri="{FF2B5EF4-FFF2-40B4-BE49-F238E27FC236}">
                      <a16:creationId xmlns:a16="http://schemas.microsoft.com/office/drawing/2014/main" id="{CE7D81D6-9FFC-7E20-840B-814DCA99F0B7}"/>
                    </a:ext>
                  </a:extLst>
                </p14:cNvPr>
                <p14:cNvContentPartPr/>
                <p14:nvPr/>
              </p14:nvContentPartPr>
              <p14:xfrm>
                <a:off x="6747120" y="2152017"/>
                <a:ext cx="119160" cy="151560"/>
              </p14:xfrm>
            </p:contentPart>
          </mc:Choice>
          <mc:Fallback>
            <p:pic>
              <p:nvPicPr>
                <p:cNvPr id="89" name="筆跡 88">
                  <a:extLst>
                    <a:ext uri="{FF2B5EF4-FFF2-40B4-BE49-F238E27FC236}">
                      <a16:creationId xmlns:a16="http://schemas.microsoft.com/office/drawing/2014/main" id="{CE7D81D6-9FFC-7E20-840B-814DCA99F0B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29480" y="2134377"/>
                  <a:ext cx="154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筆跡 89">
                  <a:extLst>
                    <a:ext uri="{FF2B5EF4-FFF2-40B4-BE49-F238E27FC236}">
                      <a16:creationId xmlns:a16="http://schemas.microsoft.com/office/drawing/2014/main" id="{2753DB15-7B6D-F2F6-FA89-95957F291B8A}"/>
                    </a:ext>
                  </a:extLst>
                </p14:cNvPr>
                <p14:cNvContentPartPr/>
                <p14:nvPr/>
              </p14:nvContentPartPr>
              <p14:xfrm>
                <a:off x="6855120" y="2145177"/>
                <a:ext cx="196920" cy="34560"/>
              </p14:xfrm>
            </p:contentPart>
          </mc:Choice>
          <mc:Fallback>
            <p:pic>
              <p:nvPicPr>
                <p:cNvPr id="90" name="筆跡 89">
                  <a:extLst>
                    <a:ext uri="{FF2B5EF4-FFF2-40B4-BE49-F238E27FC236}">
                      <a16:creationId xmlns:a16="http://schemas.microsoft.com/office/drawing/2014/main" id="{2753DB15-7B6D-F2F6-FA89-95957F291B8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37480" y="2127537"/>
                  <a:ext cx="232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939253EA-0351-040C-9A73-486DB4033A56}"/>
                    </a:ext>
                  </a:extLst>
                </p14:cNvPr>
                <p14:cNvContentPartPr/>
                <p14:nvPr/>
              </p14:nvContentPartPr>
              <p14:xfrm>
                <a:off x="6939000" y="1919457"/>
                <a:ext cx="57240" cy="369000"/>
              </p14:xfrm>
            </p:contentPart>
          </mc:Choice>
          <mc:Fallback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939253EA-0351-040C-9A73-486DB4033A5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21360" y="1901457"/>
                  <a:ext cx="928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ECD6E6AA-1E42-9A34-C6CA-11B3E2E7F1CF}"/>
                    </a:ext>
                  </a:extLst>
                </p14:cNvPr>
                <p14:cNvContentPartPr/>
                <p14:nvPr/>
              </p14:nvContentPartPr>
              <p14:xfrm>
                <a:off x="7059240" y="2147697"/>
                <a:ext cx="200520" cy="151200"/>
              </p14:xfrm>
            </p:contentPart>
          </mc:Choice>
          <mc:Fallback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ECD6E6AA-1E42-9A34-C6CA-11B3E2E7F1C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41240" y="2130057"/>
                  <a:ext cx="236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筆跡 93">
                  <a:extLst>
                    <a:ext uri="{FF2B5EF4-FFF2-40B4-BE49-F238E27FC236}">
                      <a16:creationId xmlns:a16="http://schemas.microsoft.com/office/drawing/2014/main" id="{FD9C5F31-EF9F-2E80-22FE-2FD62C71AC7E}"/>
                    </a:ext>
                  </a:extLst>
                </p14:cNvPr>
                <p14:cNvContentPartPr/>
                <p14:nvPr/>
              </p14:nvContentPartPr>
              <p14:xfrm>
                <a:off x="7392240" y="2211057"/>
                <a:ext cx="282960" cy="19080"/>
              </p14:xfrm>
            </p:contentPart>
          </mc:Choice>
          <mc:Fallback>
            <p:pic>
              <p:nvPicPr>
                <p:cNvPr id="94" name="筆跡 93">
                  <a:extLst>
                    <a:ext uri="{FF2B5EF4-FFF2-40B4-BE49-F238E27FC236}">
                      <a16:creationId xmlns:a16="http://schemas.microsoft.com/office/drawing/2014/main" id="{FD9C5F31-EF9F-2E80-22FE-2FD62C71AC7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74600" y="2193057"/>
                  <a:ext cx="318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筆跡 94">
                  <a:extLst>
                    <a:ext uri="{FF2B5EF4-FFF2-40B4-BE49-F238E27FC236}">
                      <a16:creationId xmlns:a16="http://schemas.microsoft.com/office/drawing/2014/main" id="{19655785-A2C8-EEAD-D137-C9D10E22CA0F}"/>
                    </a:ext>
                  </a:extLst>
                </p14:cNvPr>
                <p14:cNvContentPartPr/>
                <p14:nvPr/>
              </p14:nvContentPartPr>
              <p14:xfrm>
                <a:off x="7491960" y="2258577"/>
                <a:ext cx="227880" cy="315000"/>
              </p14:xfrm>
            </p:contentPart>
          </mc:Choice>
          <mc:Fallback>
            <p:pic>
              <p:nvPicPr>
                <p:cNvPr id="95" name="筆跡 94">
                  <a:extLst>
                    <a:ext uri="{FF2B5EF4-FFF2-40B4-BE49-F238E27FC236}">
                      <a16:creationId xmlns:a16="http://schemas.microsoft.com/office/drawing/2014/main" id="{19655785-A2C8-EEAD-D137-C9D10E22CA0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73960" y="2240577"/>
                  <a:ext cx="26352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C1FE0E53-D39C-1A02-E6BC-D39776AE59DF}"/>
              </a:ext>
            </a:extLst>
          </p:cNvPr>
          <p:cNvGrpSpPr/>
          <p:nvPr/>
        </p:nvGrpSpPr>
        <p:grpSpPr>
          <a:xfrm>
            <a:off x="7923960" y="1970217"/>
            <a:ext cx="708840" cy="357840"/>
            <a:chOff x="7923960" y="1970217"/>
            <a:chExt cx="70884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筆跡 96">
                  <a:extLst>
                    <a:ext uri="{FF2B5EF4-FFF2-40B4-BE49-F238E27FC236}">
                      <a16:creationId xmlns:a16="http://schemas.microsoft.com/office/drawing/2014/main" id="{9FFAA9C6-10F8-27D6-1878-80A9C2EBA6C4}"/>
                    </a:ext>
                  </a:extLst>
                </p14:cNvPr>
                <p14:cNvContentPartPr/>
                <p14:nvPr/>
              </p14:nvContentPartPr>
              <p14:xfrm>
                <a:off x="7923960" y="1981737"/>
                <a:ext cx="245160" cy="311400"/>
              </p14:xfrm>
            </p:contentPart>
          </mc:Choice>
          <mc:Fallback>
            <p:pic>
              <p:nvPicPr>
                <p:cNvPr id="97" name="筆跡 96">
                  <a:extLst>
                    <a:ext uri="{FF2B5EF4-FFF2-40B4-BE49-F238E27FC236}">
                      <a16:creationId xmlns:a16="http://schemas.microsoft.com/office/drawing/2014/main" id="{9FFAA9C6-10F8-27D6-1878-80A9C2EBA6C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06320" y="1963737"/>
                  <a:ext cx="280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D4BB022B-A87D-53D7-2EB9-D575D417FCD2}"/>
                    </a:ext>
                  </a:extLst>
                </p14:cNvPr>
                <p14:cNvContentPartPr/>
                <p14:nvPr/>
              </p14:nvContentPartPr>
              <p14:xfrm>
                <a:off x="8293320" y="2325897"/>
                <a:ext cx="4680" cy="2160"/>
              </p14:xfrm>
            </p:contentPart>
          </mc:Choice>
          <mc:Fallback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D4BB022B-A87D-53D7-2EB9-D575D417FC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275320" y="2307897"/>
                  <a:ext cx="40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1B56B948-A2E8-C7B3-AD48-7FDCBFA7A7BD}"/>
                    </a:ext>
                  </a:extLst>
                </p14:cNvPr>
                <p14:cNvContentPartPr/>
                <p14:nvPr/>
              </p14:nvContentPartPr>
              <p14:xfrm>
                <a:off x="8306280" y="1970217"/>
                <a:ext cx="222120" cy="27000"/>
              </p14:xfrm>
            </p:contentPart>
          </mc:Choice>
          <mc:Fallback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1B56B948-A2E8-C7B3-AD48-7FDCBFA7A7B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88280" y="1952217"/>
                  <a:ext cx="2577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筆跡 99">
                  <a:extLst>
                    <a:ext uri="{FF2B5EF4-FFF2-40B4-BE49-F238E27FC236}">
                      <a16:creationId xmlns:a16="http://schemas.microsoft.com/office/drawing/2014/main" id="{8E8A477A-E61C-3227-AB47-E89CD7821715}"/>
                    </a:ext>
                  </a:extLst>
                </p14:cNvPr>
                <p14:cNvContentPartPr/>
                <p14:nvPr/>
              </p14:nvContentPartPr>
              <p14:xfrm>
                <a:off x="8412480" y="2026017"/>
                <a:ext cx="18720" cy="228240"/>
              </p14:xfrm>
            </p:contentPart>
          </mc:Choice>
          <mc:Fallback>
            <p:pic>
              <p:nvPicPr>
                <p:cNvPr id="100" name="筆跡 99">
                  <a:extLst>
                    <a:ext uri="{FF2B5EF4-FFF2-40B4-BE49-F238E27FC236}">
                      <a16:creationId xmlns:a16="http://schemas.microsoft.com/office/drawing/2014/main" id="{8E8A477A-E61C-3227-AB47-E89CD78217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394480" y="2008377"/>
                  <a:ext cx="54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筆跡 100">
                  <a:extLst>
                    <a:ext uri="{FF2B5EF4-FFF2-40B4-BE49-F238E27FC236}">
                      <a16:creationId xmlns:a16="http://schemas.microsoft.com/office/drawing/2014/main" id="{166294F7-2AE7-2FD3-3ECC-FE83C8E754F7}"/>
                    </a:ext>
                  </a:extLst>
                </p14:cNvPr>
                <p14:cNvContentPartPr/>
                <p14:nvPr/>
              </p14:nvContentPartPr>
              <p14:xfrm>
                <a:off x="8625600" y="2266857"/>
                <a:ext cx="7200" cy="20160"/>
              </p14:xfrm>
            </p:contentPart>
          </mc:Choice>
          <mc:Fallback>
            <p:pic>
              <p:nvPicPr>
                <p:cNvPr id="101" name="筆跡 100">
                  <a:extLst>
                    <a:ext uri="{FF2B5EF4-FFF2-40B4-BE49-F238E27FC236}">
                      <a16:creationId xmlns:a16="http://schemas.microsoft.com/office/drawing/2014/main" id="{166294F7-2AE7-2FD3-3ECC-FE83C8E754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07600" y="2248857"/>
                  <a:ext cx="4284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AB8C04C5-42E4-0789-3D3B-92C1E8AEE668}"/>
              </a:ext>
            </a:extLst>
          </p:cNvPr>
          <p:cNvGrpSpPr/>
          <p:nvPr/>
        </p:nvGrpSpPr>
        <p:grpSpPr>
          <a:xfrm>
            <a:off x="8024040" y="2571777"/>
            <a:ext cx="705240" cy="360720"/>
            <a:chOff x="8024040" y="2571777"/>
            <a:chExt cx="70524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筆跡 101">
                  <a:extLst>
                    <a:ext uri="{FF2B5EF4-FFF2-40B4-BE49-F238E27FC236}">
                      <a16:creationId xmlns:a16="http://schemas.microsoft.com/office/drawing/2014/main" id="{9D52113C-E0DA-2D49-4528-7E92B625F150}"/>
                    </a:ext>
                  </a:extLst>
                </p14:cNvPr>
                <p14:cNvContentPartPr/>
                <p14:nvPr/>
              </p14:nvContentPartPr>
              <p14:xfrm>
                <a:off x="8024040" y="2571777"/>
                <a:ext cx="237240" cy="231480"/>
              </p14:xfrm>
            </p:contentPart>
          </mc:Choice>
          <mc:Fallback>
            <p:pic>
              <p:nvPicPr>
                <p:cNvPr id="102" name="筆跡 101">
                  <a:extLst>
                    <a:ext uri="{FF2B5EF4-FFF2-40B4-BE49-F238E27FC236}">
                      <a16:creationId xmlns:a16="http://schemas.microsoft.com/office/drawing/2014/main" id="{9D52113C-E0DA-2D49-4528-7E92B625F1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06040" y="2553777"/>
                  <a:ext cx="272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筆跡 102">
                  <a:extLst>
                    <a:ext uri="{FF2B5EF4-FFF2-40B4-BE49-F238E27FC236}">
                      <a16:creationId xmlns:a16="http://schemas.microsoft.com/office/drawing/2014/main" id="{AC5544AE-D8D5-BF29-4680-066625F8C1AE}"/>
                    </a:ext>
                  </a:extLst>
                </p14:cNvPr>
                <p14:cNvContentPartPr/>
                <p14:nvPr/>
              </p14:nvContentPartPr>
              <p14:xfrm>
                <a:off x="8355600" y="2820897"/>
                <a:ext cx="8280" cy="55440"/>
              </p14:xfrm>
            </p:contentPart>
          </mc:Choice>
          <mc:Fallback>
            <p:pic>
              <p:nvPicPr>
                <p:cNvPr id="103" name="筆跡 102">
                  <a:extLst>
                    <a:ext uri="{FF2B5EF4-FFF2-40B4-BE49-F238E27FC236}">
                      <a16:creationId xmlns:a16="http://schemas.microsoft.com/office/drawing/2014/main" id="{AC5544AE-D8D5-BF29-4680-066625F8C1A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37600" y="2802897"/>
                  <a:ext cx="43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筆跡 103">
                  <a:extLst>
                    <a:ext uri="{FF2B5EF4-FFF2-40B4-BE49-F238E27FC236}">
                      <a16:creationId xmlns:a16="http://schemas.microsoft.com/office/drawing/2014/main" id="{50718C1D-DF33-DBDF-78B2-589DA85D4B0D}"/>
                    </a:ext>
                  </a:extLst>
                </p14:cNvPr>
                <p14:cNvContentPartPr/>
                <p14:nvPr/>
              </p14:nvContentPartPr>
              <p14:xfrm>
                <a:off x="8436600" y="2586537"/>
                <a:ext cx="22320" cy="147240"/>
              </p14:xfrm>
            </p:contentPart>
          </mc:Choice>
          <mc:Fallback>
            <p:pic>
              <p:nvPicPr>
                <p:cNvPr id="104" name="筆跡 103">
                  <a:extLst>
                    <a:ext uri="{FF2B5EF4-FFF2-40B4-BE49-F238E27FC236}">
                      <a16:creationId xmlns:a16="http://schemas.microsoft.com/office/drawing/2014/main" id="{50718C1D-DF33-DBDF-78B2-589DA85D4B0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18960" y="2568897"/>
                  <a:ext cx="57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筆跡 104">
                  <a:extLst>
                    <a:ext uri="{FF2B5EF4-FFF2-40B4-BE49-F238E27FC236}">
                      <a16:creationId xmlns:a16="http://schemas.microsoft.com/office/drawing/2014/main" id="{C0259891-3340-945C-7E3D-F40232F3CD09}"/>
                    </a:ext>
                  </a:extLst>
                </p14:cNvPr>
                <p14:cNvContentPartPr/>
                <p14:nvPr/>
              </p14:nvContentPartPr>
              <p14:xfrm>
                <a:off x="8449920" y="2674017"/>
                <a:ext cx="171720" cy="124920"/>
              </p14:xfrm>
            </p:contentPart>
          </mc:Choice>
          <mc:Fallback>
            <p:pic>
              <p:nvPicPr>
                <p:cNvPr id="105" name="筆跡 104">
                  <a:extLst>
                    <a:ext uri="{FF2B5EF4-FFF2-40B4-BE49-F238E27FC236}">
                      <a16:creationId xmlns:a16="http://schemas.microsoft.com/office/drawing/2014/main" id="{C0259891-3340-945C-7E3D-F40232F3CD0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32280" y="2656377"/>
                  <a:ext cx="207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筆跡 105">
                  <a:extLst>
                    <a:ext uri="{FF2B5EF4-FFF2-40B4-BE49-F238E27FC236}">
                      <a16:creationId xmlns:a16="http://schemas.microsoft.com/office/drawing/2014/main" id="{A32066C7-8CDF-112F-B673-34C30ECBFCB4}"/>
                    </a:ext>
                  </a:extLst>
                </p14:cNvPr>
                <p14:cNvContentPartPr/>
                <p14:nvPr/>
              </p14:nvContentPartPr>
              <p14:xfrm>
                <a:off x="8612640" y="2583657"/>
                <a:ext cx="18720" cy="300960"/>
              </p14:xfrm>
            </p:contentPart>
          </mc:Choice>
          <mc:Fallback>
            <p:pic>
              <p:nvPicPr>
                <p:cNvPr id="106" name="筆跡 105">
                  <a:extLst>
                    <a:ext uri="{FF2B5EF4-FFF2-40B4-BE49-F238E27FC236}">
                      <a16:creationId xmlns:a16="http://schemas.microsoft.com/office/drawing/2014/main" id="{A32066C7-8CDF-112F-B673-34C30ECBFCB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595000" y="2566017"/>
                  <a:ext cx="543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筆跡 106">
                  <a:extLst>
                    <a:ext uri="{FF2B5EF4-FFF2-40B4-BE49-F238E27FC236}">
                      <a16:creationId xmlns:a16="http://schemas.microsoft.com/office/drawing/2014/main" id="{1A9AE648-9E9F-B2A6-4A6D-8BA149D3726D}"/>
                    </a:ext>
                  </a:extLst>
                </p14:cNvPr>
                <p14:cNvContentPartPr/>
                <p14:nvPr/>
              </p14:nvContentPartPr>
              <p14:xfrm>
                <a:off x="8727840" y="2839617"/>
                <a:ext cx="1440" cy="3240"/>
              </p14:xfrm>
            </p:contentPart>
          </mc:Choice>
          <mc:Fallback>
            <p:pic>
              <p:nvPicPr>
                <p:cNvPr id="107" name="筆跡 106">
                  <a:extLst>
                    <a:ext uri="{FF2B5EF4-FFF2-40B4-BE49-F238E27FC236}">
                      <a16:creationId xmlns:a16="http://schemas.microsoft.com/office/drawing/2014/main" id="{1A9AE648-9E9F-B2A6-4A6D-8BA149D3726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10200" y="2821617"/>
                  <a:ext cx="37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筆跡 107">
                  <a:extLst>
                    <a:ext uri="{FF2B5EF4-FFF2-40B4-BE49-F238E27FC236}">
                      <a16:creationId xmlns:a16="http://schemas.microsoft.com/office/drawing/2014/main" id="{01ACA10C-45C1-8BDE-3E3A-930F633EB29E}"/>
                    </a:ext>
                  </a:extLst>
                </p14:cNvPr>
                <p14:cNvContentPartPr/>
                <p14:nvPr/>
              </p14:nvContentPartPr>
              <p14:xfrm>
                <a:off x="8417520" y="2607417"/>
                <a:ext cx="63360" cy="325080"/>
              </p14:xfrm>
            </p:contentPart>
          </mc:Choice>
          <mc:Fallback>
            <p:pic>
              <p:nvPicPr>
                <p:cNvPr id="108" name="筆跡 107">
                  <a:extLst>
                    <a:ext uri="{FF2B5EF4-FFF2-40B4-BE49-F238E27FC236}">
                      <a16:creationId xmlns:a16="http://schemas.microsoft.com/office/drawing/2014/main" id="{01ACA10C-45C1-8BDE-3E3A-930F633EB29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99520" y="2589777"/>
                  <a:ext cx="99000" cy="36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31" name="筆跡 130">
                <a:extLst>
                  <a:ext uri="{FF2B5EF4-FFF2-40B4-BE49-F238E27FC236}">
                    <a16:creationId xmlns:a16="http://schemas.microsoft.com/office/drawing/2014/main" id="{54DFB4C3-1713-74FA-7AF7-7D48ABAD4655}"/>
                  </a:ext>
                </a:extLst>
              </p14:cNvPr>
              <p14:cNvContentPartPr/>
              <p14:nvPr/>
            </p14:nvContentPartPr>
            <p14:xfrm>
              <a:off x="5525640" y="201897"/>
              <a:ext cx="215640" cy="1072800"/>
            </p14:xfrm>
          </p:contentPart>
        </mc:Choice>
        <mc:Fallback>
          <p:pic>
            <p:nvPicPr>
              <p:cNvPr id="131" name="筆跡 130">
                <a:extLst>
                  <a:ext uri="{FF2B5EF4-FFF2-40B4-BE49-F238E27FC236}">
                    <a16:creationId xmlns:a16="http://schemas.microsoft.com/office/drawing/2014/main" id="{54DFB4C3-1713-74FA-7AF7-7D48ABAD465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508000" y="183897"/>
                <a:ext cx="25128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76" name="筆跡 175">
                <a:extLst>
                  <a:ext uri="{FF2B5EF4-FFF2-40B4-BE49-F238E27FC236}">
                    <a16:creationId xmlns:a16="http://schemas.microsoft.com/office/drawing/2014/main" id="{9730B3CA-D145-99C6-D1B7-536980ED1AAC}"/>
                  </a:ext>
                </a:extLst>
              </p14:cNvPr>
              <p14:cNvContentPartPr/>
              <p14:nvPr/>
            </p14:nvContentPartPr>
            <p14:xfrm>
              <a:off x="8482320" y="3377817"/>
              <a:ext cx="437400" cy="421920"/>
            </p14:xfrm>
          </p:contentPart>
        </mc:Choice>
        <mc:Fallback>
          <p:pic>
            <p:nvPicPr>
              <p:cNvPr id="176" name="筆跡 175">
                <a:extLst>
                  <a:ext uri="{FF2B5EF4-FFF2-40B4-BE49-F238E27FC236}">
                    <a16:creationId xmlns:a16="http://schemas.microsoft.com/office/drawing/2014/main" id="{9730B3CA-D145-99C6-D1B7-536980ED1AAC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464320" y="3359817"/>
                <a:ext cx="47304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95" name="筆跡 194">
                <a:extLst>
                  <a:ext uri="{FF2B5EF4-FFF2-40B4-BE49-F238E27FC236}">
                    <a16:creationId xmlns:a16="http://schemas.microsoft.com/office/drawing/2014/main" id="{7C19D7D1-48B8-03CC-F191-0274951837D2}"/>
                  </a:ext>
                </a:extLst>
              </p14:cNvPr>
              <p14:cNvContentPartPr/>
              <p14:nvPr/>
            </p14:nvContentPartPr>
            <p14:xfrm>
              <a:off x="5012640" y="799857"/>
              <a:ext cx="6120" cy="3600"/>
            </p14:xfrm>
          </p:contentPart>
        </mc:Choice>
        <mc:Fallback>
          <p:pic>
            <p:nvPicPr>
              <p:cNvPr id="195" name="筆跡 194">
                <a:extLst>
                  <a:ext uri="{FF2B5EF4-FFF2-40B4-BE49-F238E27FC236}">
                    <a16:creationId xmlns:a16="http://schemas.microsoft.com/office/drawing/2014/main" id="{7C19D7D1-48B8-03CC-F191-0274951837D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995000" y="782217"/>
                <a:ext cx="4176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858DF1FE-F6DF-DF6D-F694-5A051F6474FA}"/>
              </a:ext>
            </a:extLst>
          </p:cNvPr>
          <p:cNvGrpSpPr/>
          <p:nvPr/>
        </p:nvGrpSpPr>
        <p:grpSpPr>
          <a:xfrm>
            <a:off x="4465080" y="779337"/>
            <a:ext cx="222120" cy="21240"/>
            <a:chOff x="4465080" y="779337"/>
            <a:chExt cx="222120" cy="2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6" name="筆跡 195">
                  <a:extLst>
                    <a:ext uri="{FF2B5EF4-FFF2-40B4-BE49-F238E27FC236}">
                      <a16:creationId xmlns:a16="http://schemas.microsoft.com/office/drawing/2014/main" id="{4CF802E8-5601-9178-B954-3E616657DD89}"/>
                    </a:ext>
                  </a:extLst>
                </p14:cNvPr>
                <p14:cNvContentPartPr/>
                <p14:nvPr/>
              </p14:nvContentPartPr>
              <p14:xfrm>
                <a:off x="4632120" y="779337"/>
                <a:ext cx="55080" cy="21240"/>
              </p14:xfrm>
            </p:contentPart>
          </mc:Choice>
          <mc:Fallback>
            <p:pic>
              <p:nvPicPr>
                <p:cNvPr id="196" name="筆跡 195">
                  <a:extLst>
                    <a:ext uri="{FF2B5EF4-FFF2-40B4-BE49-F238E27FC236}">
                      <a16:creationId xmlns:a16="http://schemas.microsoft.com/office/drawing/2014/main" id="{4CF802E8-5601-9178-B954-3E616657DD8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14120" y="761697"/>
                  <a:ext cx="90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7" name="筆跡 196">
                  <a:extLst>
                    <a:ext uri="{FF2B5EF4-FFF2-40B4-BE49-F238E27FC236}">
                      <a16:creationId xmlns:a16="http://schemas.microsoft.com/office/drawing/2014/main" id="{D239F2D6-C405-F1AA-8C2D-85BCC01A799C}"/>
                    </a:ext>
                  </a:extLst>
                </p14:cNvPr>
                <p14:cNvContentPartPr/>
                <p14:nvPr/>
              </p14:nvContentPartPr>
              <p14:xfrm>
                <a:off x="4465080" y="784737"/>
                <a:ext cx="84240" cy="5040"/>
              </p14:xfrm>
            </p:contentPart>
          </mc:Choice>
          <mc:Fallback>
            <p:pic>
              <p:nvPicPr>
                <p:cNvPr id="197" name="筆跡 196">
                  <a:extLst>
                    <a:ext uri="{FF2B5EF4-FFF2-40B4-BE49-F238E27FC236}">
                      <a16:creationId xmlns:a16="http://schemas.microsoft.com/office/drawing/2014/main" id="{D239F2D6-C405-F1AA-8C2D-85BCC01A799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47440" y="767097"/>
                  <a:ext cx="11988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03" name="筆跡 202">
                <a:extLst>
                  <a:ext uri="{FF2B5EF4-FFF2-40B4-BE49-F238E27FC236}">
                    <a16:creationId xmlns:a16="http://schemas.microsoft.com/office/drawing/2014/main" id="{5A5A2448-7BAC-B382-B5BA-F3809906F1C8}"/>
                  </a:ext>
                </a:extLst>
              </p14:cNvPr>
              <p14:cNvContentPartPr/>
              <p14:nvPr/>
            </p14:nvContentPartPr>
            <p14:xfrm>
              <a:off x="6446160" y="3838617"/>
              <a:ext cx="477000" cy="560880"/>
            </p14:xfrm>
          </p:contentPart>
        </mc:Choice>
        <mc:Fallback>
          <p:pic>
            <p:nvPicPr>
              <p:cNvPr id="203" name="筆跡 202">
                <a:extLst>
                  <a:ext uri="{FF2B5EF4-FFF2-40B4-BE49-F238E27FC236}">
                    <a16:creationId xmlns:a16="http://schemas.microsoft.com/office/drawing/2014/main" id="{5A5A2448-7BAC-B382-B5BA-F3809906F1C8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428520" y="3820617"/>
                <a:ext cx="51264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2" name="筆跡 111">
                <a:extLst>
                  <a:ext uri="{FF2B5EF4-FFF2-40B4-BE49-F238E27FC236}">
                    <a16:creationId xmlns:a16="http://schemas.microsoft.com/office/drawing/2014/main" id="{871DB7B0-E684-C73F-BFB0-522373432F61}"/>
                  </a:ext>
                </a:extLst>
              </p14:cNvPr>
              <p14:cNvContentPartPr/>
              <p14:nvPr/>
            </p14:nvContentPartPr>
            <p14:xfrm>
              <a:off x="5682600" y="1736937"/>
              <a:ext cx="186840" cy="1072440"/>
            </p14:xfrm>
          </p:contentPart>
        </mc:Choice>
        <mc:Fallback>
          <p:pic>
            <p:nvPicPr>
              <p:cNvPr id="112" name="筆跡 111">
                <a:extLst>
                  <a:ext uri="{FF2B5EF4-FFF2-40B4-BE49-F238E27FC236}">
                    <a16:creationId xmlns:a16="http://schemas.microsoft.com/office/drawing/2014/main" id="{871DB7B0-E684-C73F-BFB0-522373432F6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664960" y="1718937"/>
                <a:ext cx="222480" cy="11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3" name="筆跡 112">
                <a:extLst>
                  <a:ext uri="{FF2B5EF4-FFF2-40B4-BE49-F238E27FC236}">
                    <a16:creationId xmlns:a16="http://schemas.microsoft.com/office/drawing/2014/main" id="{6C7EB4D8-041E-6D1A-4487-5DB9551E125E}"/>
                  </a:ext>
                </a:extLst>
              </p14:cNvPr>
              <p14:cNvContentPartPr/>
              <p14:nvPr/>
            </p14:nvContentPartPr>
            <p14:xfrm>
              <a:off x="5486400" y="2493657"/>
              <a:ext cx="597240" cy="993600"/>
            </p14:xfrm>
          </p:contentPart>
        </mc:Choice>
        <mc:Fallback>
          <p:pic>
            <p:nvPicPr>
              <p:cNvPr id="113" name="筆跡 112">
                <a:extLst>
                  <a:ext uri="{FF2B5EF4-FFF2-40B4-BE49-F238E27FC236}">
                    <a16:creationId xmlns:a16="http://schemas.microsoft.com/office/drawing/2014/main" id="{6C7EB4D8-041E-6D1A-4487-5DB9551E125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468400" y="2475657"/>
                <a:ext cx="632880" cy="10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4" name="筆跡 113">
                <a:extLst>
                  <a:ext uri="{FF2B5EF4-FFF2-40B4-BE49-F238E27FC236}">
                    <a16:creationId xmlns:a16="http://schemas.microsoft.com/office/drawing/2014/main" id="{FAC524F9-D2EA-DE6B-B161-36FD47E10F81}"/>
                  </a:ext>
                </a:extLst>
              </p14:cNvPr>
              <p14:cNvContentPartPr/>
              <p14:nvPr/>
            </p14:nvContentPartPr>
            <p14:xfrm>
              <a:off x="6126120" y="3355857"/>
              <a:ext cx="92520" cy="140040"/>
            </p14:xfrm>
          </p:contentPart>
        </mc:Choice>
        <mc:Fallback>
          <p:pic>
            <p:nvPicPr>
              <p:cNvPr id="114" name="筆跡 113">
                <a:extLst>
                  <a:ext uri="{FF2B5EF4-FFF2-40B4-BE49-F238E27FC236}">
                    <a16:creationId xmlns:a16="http://schemas.microsoft.com/office/drawing/2014/main" id="{FAC524F9-D2EA-DE6B-B161-36FD47E10F8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108120" y="3338217"/>
                <a:ext cx="1281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5" name="筆跡 114">
                <a:extLst>
                  <a:ext uri="{FF2B5EF4-FFF2-40B4-BE49-F238E27FC236}">
                    <a16:creationId xmlns:a16="http://schemas.microsoft.com/office/drawing/2014/main" id="{2788C415-DDD3-0F41-905A-4EC6A644EA8C}"/>
                  </a:ext>
                </a:extLst>
              </p14:cNvPr>
              <p14:cNvContentPartPr/>
              <p14:nvPr/>
            </p14:nvContentPartPr>
            <p14:xfrm>
              <a:off x="6543360" y="3337857"/>
              <a:ext cx="135720" cy="173520"/>
            </p14:xfrm>
          </p:contentPart>
        </mc:Choice>
        <mc:Fallback>
          <p:pic>
            <p:nvPicPr>
              <p:cNvPr id="115" name="筆跡 114">
                <a:extLst>
                  <a:ext uri="{FF2B5EF4-FFF2-40B4-BE49-F238E27FC236}">
                    <a16:creationId xmlns:a16="http://schemas.microsoft.com/office/drawing/2014/main" id="{2788C415-DDD3-0F41-905A-4EC6A644EA8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525720" y="3319857"/>
                <a:ext cx="17136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6" name="筆跡 115">
                <a:extLst>
                  <a:ext uri="{FF2B5EF4-FFF2-40B4-BE49-F238E27FC236}">
                    <a16:creationId xmlns:a16="http://schemas.microsoft.com/office/drawing/2014/main" id="{F35D8C2B-B9EC-054F-8695-5B5B070E4242}"/>
                  </a:ext>
                </a:extLst>
              </p14:cNvPr>
              <p14:cNvContentPartPr/>
              <p14:nvPr/>
            </p14:nvContentPartPr>
            <p14:xfrm>
              <a:off x="6769800" y="3400137"/>
              <a:ext cx="11160" cy="100800"/>
            </p14:xfrm>
          </p:contentPart>
        </mc:Choice>
        <mc:Fallback>
          <p:pic>
            <p:nvPicPr>
              <p:cNvPr id="116" name="筆跡 115">
                <a:extLst>
                  <a:ext uri="{FF2B5EF4-FFF2-40B4-BE49-F238E27FC236}">
                    <a16:creationId xmlns:a16="http://schemas.microsoft.com/office/drawing/2014/main" id="{F35D8C2B-B9EC-054F-8695-5B5B070E424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752160" y="3382497"/>
                <a:ext cx="468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7" name="筆跡 116">
                <a:extLst>
                  <a:ext uri="{FF2B5EF4-FFF2-40B4-BE49-F238E27FC236}">
                    <a16:creationId xmlns:a16="http://schemas.microsoft.com/office/drawing/2014/main" id="{DFADD4EF-AB32-C02B-0907-114876EFBA25}"/>
                  </a:ext>
                </a:extLst>
              </p14:cNvPr>
              <p14:cNvContentPartPr/>
              <p14:nvPr/>
            </p14:nvContentPartPr>
            <p14:xfrm>
              <a:off x="6788160" y="3226257"/>
              <a:ext cx="16560" cy="98280"/>
            </p14:xfrm>
          </p:contentPart>
        </mc:Choice>
        <mc:Fallback>
          <p:pic>
            <p:nvPicPr>
              <p:cNvPr id="117" name="筆跡 116">
                <a:extLst>
                  <a:ext uri="{FF2B5EF4-FFF2-40B4-BE49-F238E27FC236}">
                    <a16:creationId xmlns:a16="http://schemas.microsoft.com/office/drawing/2014/main" id="{DFADD4EF-AB32-C02B-0907-114876EFBA2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770520" y="3208617"/>
                <a:ext cx="522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8" name="筆跡 117">
                <a:extLst>
                  <a:ext uri="{FF2B5EF4-FFF2-40B4-BE49-F238E27FC236}">
                    <a16:creationId xmlns:a16="http://schemas.microsoft.com/office/drawing/2014/main" id="{5007DDD1-6A5B-7241-D650-993D1DE4AF05}"/>
                  </a:ext>
                </a:extLst>
              </p14:cNvPr>
              <p14:cNvContentPartPr/>
              <p14:nvPr/>
            </p14:nvContentPartPr>
            <p14:xfrm>
              <a:off x="6872400" y="3396537"/>
              <a:ext cx="176400" cy="97920"/>
            </p14:xfrm>
          </p:contentPart>
        </mc:Choice>
        <mc:Fallback>
          <p:pic>
            <p:nvPicPr>
              <p:cNvPr id="118" name="筆跡 117">
                <a:extLst>
                  <a:ext uri="{FF2B5EF4-FFF2-40B4-BE49-F238E27FC236}">
                    <a16:creationId xmlns:a16="http://schemas.microsoft.com/office/drawing/2014/main" id="{5007DDD1-6A5B-7241-D650-993D1DE4AF0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854400" y="3378537"/>
                <a:ext cx="2120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19" name="筆跡 118">
                <a:extLst>
                  <a:ext uri="{FF2B5EF4-FFF2-40B4-BE49-F238E27FC236}">
                    <a16:creationId xmlns:a16="http://schemas.microsoft.com/office/drawing/2014/main" id="{0C6749AA-417F-B057-FB3B-C3AF274D755E}"/>
                  </a:ext>
                </a:extLst>
              </p14:cNvPr>
              <p14:cNvContentPartPr/>
              <p14:nvPr/>
            </p14:nvContentPartPr>
            <p14:xfrm>
              <a:off x="7128000" y="3398697"/>
              <a:ext cx="127080" cy="91080"/>
            </p14:xfrm>
          </p:contentPart>
        </mc:Choice>
        <mc:Fallback>
          <p:pic>
            <p:nvPicPr>
              <p:cNvPr id="119" name="筆跡 118">
                <a:extLst>
                  <a:ext uri="{FF2B5EF4-FFF2-40B4-BE49-F238E27FC236}">
                    <a16:creationId xmlns:a16="http://schemas.microsoft.com/office/drawing/2014/main" id="{0C6749AA-417F-B057-FB3B-C3AF274D755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110000" y="338069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0" name="筆跡 119">
                <a:extLst>
                  <a:ext uri="{FF2B5EF4-FFF2-40B4-BE49-F238E27FC236}">
                    <a16:creationId xmlns:a16="http://schemas.microsoft.com/office/drawing/2014/main" id="{F2C62A80-9DF3-D337-F1EB-502B0B955E79}"/>
                  </a:ext>
                </a:extLst>
              </p14:cNvPr>
              <p14:cNvContentPartPr/>
              <p14:nvPr/>
            </p14:nvContentPartPr>
            <p14:xfrm>
              <a:off x="7320600" y="3186297"/>
              <a:ext cx="16200" cy="293040"/>
            </p14:xfrm>
          </p:contentPart>
        </mc:Choice>
        <mc:Fallback>
          <p:pic>
            <p:nvPicPr>
              <p:cNvPr id="120" name="筆跡 119">
                <a:extLst>
                  <a:ext uri="{FF2B5EF4-FFF2-40B4-BE49-F238E27FC236}">
                    <a16:creationId xmlns:a16="http://schemas.microsoft.com/office/drawing/2014/main" id="{F2C62A80-9DF3-D337-F1EB-502B0B955E79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302600" y="3168297"/>
                <a:ext cx="518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1" name="筆跡 120">
                <a:extLst>
                  <a:ext uri="{FF2B5EF4-FFF2-40B4-BE49-F238E27FC236}">
                    <a16:creationId xmlns:a16="http://schemas.microsoft.com/office/drawing/2014/main" id="{43C78CBD-3E9B-A823-C157-A4EB0527BADD}"/>
                  </a:ext>
                </a:extLst>
              </p14:cNvPr>
              <p14:cNvContentPartPr/>
              <p14:nvPr/>
            </p14:nvContentPartPr>
            <p14:xfrm>
              <a:off x="7396200" y="3378537"/>
              <a:ext cx="124560" cy="135000"/>
            </p14:xfrm>
          </p:contentPart>
        </mc:Choice>
        <mc:Fallback>
          <p:pic>
            <p:nvPicPr>
              <p:cNvPr id="121" name="筆跡 120">
                <a:extLst>
                  <a:ext uri="{FF2B5EF4-FFF2-40B4-BE49-F238E27FC236}">
                    <a16:creationId xmlns:a16="http://schemas.microsoft.com/office/drawing/2014/main" id="{43C78CBD-3E9B-A823-C157-A4EB0527BADD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378200" y="3360897"/>
                <a:ext cx="1602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2" name="筆跡 121">
                <a:extLst>
                  <a:ext uri="{FF2B5EF4-FFF2-40B4-BE49-F238E27FC236}">
                    <a16:creationId xmlns:a16="http://schemas.microsoft.com/office/drawing/2014/main" id="{D53C4328-03CE-2175-DCBC-A8F7F1FB2FDE}"/>
                  </a:ext>
                </a:extLst>
              </p14:cNvPr>
              <p14:cNvContentPartPr/>
              <p14:nvPr/>
            </p14:nvContentPartPr>
            <p14:xfrm>
              <a:off x="7543080" y="3345417"/>
              <a:ext cx="181440" cy="20880"/>
            </p14:xfrm>
          </p:contentPart>
        </mc:Choice>
        <mc:Fallback>
          <p:pic>
            <p:nvPicPr>
              <p:cNvPr id="122" name="筆跡 121">
                <a:extLst>
                  <a:ext uri="{FF2B5EF4-FFF2-40B4-BE49-F238E27FC236}">
                    <a16:creationId xmlns:a16="http://schemas.microsoft.com/office/drawing/2014/main" id="{D53C4328-03CE-2175-DCBC-A8F7F1FB2FD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525440" y="3327417"/>
                <a:ext cx="2170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3" name="筆跡 122">
                <a:extLst>
                  <a:ext uri="{FF2B5EF4-FFF2-40B4-BE49-F238E27FC236}">
                    <a16:creationId xmlns:a16="http://schemas.microsoft.com/office/drawing/2014/main" id="{E6A8BDB7-C116-6CDD-9478-712677B79F1E}"/>
                  </a:ext>
                </a:extLst>
              </p14:cNvPr>
              <p14:cNvContentPartPr/>
              <p14:nvPr/>
            </p14:nvContentPartPr>
            <p14:xfrm>
              <a:off x="7649280" y="3145977"/>
              <a:ext cx="20160" cy="405000"/>
            </p14:xfrm>
          </p:contentPart>
        </mc:Choice>
        <mc:Fallback>
          <p:pic>
            <p:nvPicPr>
              <p:cNvPr id="123" name="筆跡 122">
                <a:extLst>
                  <a:ext uri="{FF2B5EF4-FFF2-40B4-BE49-F238E27FC236}">
                    <a16:creationId xmlns:a16="http://schemas.microsoft.com/office/drawing/2014/main" id="{E6A8BDB7-C116-6CDD-9478-712677B79F1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631280" y="3128337"/>
                <a:ext cx="5580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4" name="筆跡 123">
                <a:extLst>
                  <a:ext uri="{FF2B5EF4-FFF2-40B4-BE49-F238E27FC236}">
                    <a16:creationId xmlns:a16="http://schemas.microsoft.com/office/drawing/2014/main" id="{047377D2-95F1-0EB5-5357-9D8DD51499E8}"/>
                  </a:ext>
                </a:extLst>
              </p14:cNvPr>
              <p14:cNvContentPartPr/>
              <p14:nvPr/>
            </p14:nvContentPartPr>
            <p14:xfrm>
              <a:off x="7773840" y="3435057"/>
              <a:ext cx="2520" cy="57600"/>
            </p14:xfrm>
          </p:contentPart>
        </mc:Choice>
        <mc:Fallback>
          <p:pic>
            <p:nvPicPr>
              <p:cNvPr id="124" name="筆跡 123">
                <a:extLst>
                  <a:ext uri="{FF2B5EF4-FFF2-40B4-BE49-F238E27FC236}">
                    <a16:creationId xmlns:a16="http://schemas.microsoft.com/office/drawing/2014/main" id="{047377D2-95F1-0EB5-5357-9D8DD51499E8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756200" y="3417057"/>
                <a:ext cx="3816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5" name="筆跡 124">
                <a:extLst>
                  <a:ext uri="{FF2B5EF4-FFF2-40B4-BE49-F238E27FC236}">
                    <a16:creationId xmlns:a16="http://schemas.microsoft.com/office/drawing/2014/main" id="{B52DE66C-24A8-242A-A862-1B61C96FB0C0}"/>
                  </a:ext>
                </a:extLst>
              </p14:cNvPr>
              <p14:cNvContentPartPr/>
              <p14:nvPr/>
            </p14:nvContentPartPr>
            <p14:xfrm>
              <a:off x="7811280" y="3221577"/>
              <a:ext cx="6480" cy="41040"/>
            </p14:xfrm>
          </p:contentPart>
        </mc:Choice>
        <mc:Fallback>
          <p:pic>
            <p:nvPicPr>
              <p:cNvPr id="125" name="筆跡 124">
                <a:extLst>
                  <a:ext uri="{FF2B5EF4-FFF2-40B4-BE49-F238E27FC236}">
                    <a16:creationId xmlns:a16="http://schemas.microsoft.com/office/drawing/2014/main" id="{B52DE66C-24A8-242A-A862-1B61C96FB0C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793280" y="3203937"/>
                <a:ext cx="421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6" name="筆跡 125">
                <a:extLst>
                  <a:ext uri="{FF2B5EF4-FFF2-40B4-BE49-F238E27FC236}">
                    <a16:creationId xmlns:a16="http://schemas.microsoft.com/office/drawing/2014/main" id="{37DF1720-7905-E0CA-7B5D-1047062EF685}"/>
                  </a:ext>
                </a:extLst>
              </p14:cNvPr>
              <p14:cNvContentPartPr/>
              <p14:nvPr/>
            </p14:nvContentPartPr>
            <p14:xfrm>
              <a:off x="7865640" y="3369897"/>
              <a:ext cx="311040" cy="177120"/>
            </p14:xfrm>
          </p:contentPart>
        </mc:Choice>
        <mc:Fallback>
          <p:pic>
            <p:nvPicPr>
              <p:cNvPr id="126" name="筆跡 125">
                <a:extLst>
                  <a:ext uri="{FF2B5EF4-FFF2-40B4-BE49-F238E27FC236}">
                    <a16:creationId xmlns:a16="http://schemas.microsoft.com/office/drawing/2014/main" id="{37DF1720-7905-E0CA-7B5D-1047062EF68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847640" y="3352257"/>
                <a:ext cx="3466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57" name="筆跡 156">
                <a:extLst>
                  <a:ext uri="{FF2B5EF4-FFF2-40B4-BE49-F238E27FC236}">
                    <a16:creationId xmlns:a16="http://schemas.microsoft.com/office/drawing/2014/main" id="{7160F4BB-4FEE-083C-F261-54150989B566}"/>
                  </a:ext>
                </a:extLst>
              </p14:cNvPr>
              <p14:cNvContentPartPr/>
              <p14:nvPr/>
            </p14:nvContentPartPr>
            <p14:xfrm>
              <a:off x="5981400" y="2373417"/>
              <a:ext cx="1219320" cy="50760"/>
            </p14:xfrm>
          </p:contentPart>
        </mc:Choice>
        <mc:Fallback>
          <p:pic>
            <p:nvPicPr>
              <p:cNvPr id="157" name="筆跡 156">
                <a:extLst>
                  <a:ext uri="{FF2B5EF4-FFF2-40B4-BE49-F238E27FC236}">
                    <a16:creationId xmlns:a16="http://schemas.microsoft.com/office/drawing/2014/main" id="{7160F4BB-4FEE-083C-F261-54150989B56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963760" y="2355777"/>
                <a:ext cx="12549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58" name="筆跡 157">
                <a:extLst>
                  <a:ext uri="{FF2B5EF4-FFF2-40B4-BE49-F238E27FC236}">
                    <a16:creationId xmlns:a16="http://schemas.microsoft.com/office/drawing/2014/main" id="{3DE385CE-5CBF-FC69-C514-DC0E89052785}"/>
                  </a:ext>
                </a:extLst>
              </p14:cNvPr>
              <p14:cNvContentPartPr/>
              <p14:nvPr/>
            </p14:nvContentPartPr>
            <p14:xfrm>
              <a:off x="6077160" y="2438217"/>
              <a:ext cx="1136880" cy="38880"/>
            </p14:xfrm>
          </p:contentPart>
        </mc:Choice>
        <mc:Fallback>
          <p:pic>
            <p:nvPicPr>
              <p:cNvPr id="158" name="筆跡 157">
                <a:extLst>
                  <a:ext uri="{FF2B5EF4-FFF2-40B4-BE49-F238E27FC236}">
                    <a16:creationId xmlns:a16="http://schemas.microsoft.com/office/drawing/2014/main" id="{3DE385CE-5CBF-FC69-C514-DC0E8905278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059160" y="2420577"/>
                <a:ext cx="11725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74" name="筆跡 173">
                <a:extLst>
                  <a:ext uri="{FF2B5EF4-FFF2-40B4-BE49-F238E27FC236}">
                    <a16:creationId xmlns:a16="http://schemas.microsoft.com/office/drawing/2014/main" id="{985BA2F4-229C-6DCE-87DB-E33BFA11D26D}"/>
                  </a:ext>
                </a:extLst>
              </p14:cNvPr>
              <p14:cNvContentPartPr/>
              <p14:nvPr/>
            </p14:nvContentPartPr>
            <p14:xfrm>
              <a:off x="5072040" y="1420857"/>
              <a:ext cx="4039920" cy="43920"/>
            </p14:xfrm>
          </p:contentPart>
        </mc:Choice>
        <mc:Fallback>
          <p:pic>
            <p:nvPicPr>
              <p:cNvPr id="174" name="筆跡 173">
                <a:extLst>
                  <a:ext uri="{FF2B5EF4-FFF2-40B4-BE49-F238E27FC236}">
                    <a16:creationId xmlns:a16="http://schemas.microsoft.com/office/drawing/2014/main" id="{985BA2F4-229C-6DCE-87DB-E33BFA11D26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054400" y="1402857"/>
                <a:ext cx="40755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75" name="筆跡 174">
                <a:extLst>
                  <a:ext uri="{FF2B5EF4-FFF2-40B4-BE49-F238E27FC236}">
                    <a16:creationId xmlns:a16="http://schemas.microsoft.com/office/drawing/2014/main" id="{26B1965B-BED9-594A-BB79-9E0CFC60C14E}"/>
                  </a:ext>
                </a:extLst>
              </p14:cNvPr>
              <p14:cNvContentPartPr/>
              <p14:nvPr/>
            </p14:nvContentPartPr>
            <p14:xfrm>
              <a:off x="5260680" y="3830697"/>
              <a:ext cx="3651840" cy="85680"/>
            </p14:xfrm>
          </p:contentPart>
        </mc:Choice>
        <mc:Fallback>
          <p:pic>
            <p:nvPicPr>
              <p:cNvPr id="175" name="筆跡 174">
                <a:extLst>
                  <a:ext uri="{FF2B5EF4-FFF2-40B4-BE49-F238E27FC236}">
                    <a16:creationId xmlns:a16="http://schemas.microsoft.com/office/drawing/2014/main" id="{26B1965B-BED9-594A-BB79-9E0CFC60C14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243040" y="3813057"/>
                <a:ext cx="368748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77" name="筆跡 176">
                <a:extLst>
                  <a:ext uri="{FF2B5EF4-FFF2-40B4-BE49-F238E27FC236}">
                    <a16:creationId xmlns:a16="http://schemas.microsoft.com/office/drawing/2014/main" id="{90182FE3-E33C-D85C-B6A3-8A48AE9E6729}"/>
                  </a:ext>
                </a:extLst>
              </p14:cNvPr>
              <p14:cNvContentPartPr/>
              <p14:nvPr/>
            </p14:nvContentPartPr>
            <p14:xfrm>
              <a:off x="5243040" y="1605537"/>
              <a:ext cx="127440" cy="2319480"/>
            </p14:xfrm>
          </p:contentPart>
        </mc:Choice>
        <mc:Fallback>
          <p:pic>
            <p:nvPicPr>
              <p:cNvPr id="177" name="筆跡 176">
                <a:extLst>
                  <a:ext uri="{FF2B5EF4-FFF2-40B4-BE49-F238E27FC236}">
                    <a16:creationId xmlns:a16="http://schemas.microsoft.com/office/drawing/2014/main" id="{90182FE3-E33C-D85C-B6A3-8A48AE9E6729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225400" y="1587537"/>
                <a:ext cx="163080" cy="23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78" name="筆跡 177">
                <a:extLst>
                  <a:ext uri="{FF2B5EF4-FFF2-40B4-BE49-F238E27FC236}">
                    <a16:creationId xmlns:a16="http://schemas.microsoft.com/office/drawing/2014/main" id="{EAE27808-D7A4-2336-7F61-BDAFF2854698}"/>
                  </a:ext>
                </a:extLst>
              </p14:cNvPr>
              <p14:cNvContentPartPr/>
              <p14:nvPr/>
            </p14:nvContentPartPr>
            <p14:xfrm>
              <a:off x="8742240" y="1387377"/>
              <a:ext cx="342360" cy="2528640"/>
            </p14:xfrm>
          </p:contentPart>
        </mc:Choice>
        <mc:Fallback>
          <p:pic>
            <p:nvPicPr>
              <p:cNvPr id="178" name="筆跡 177">
                <a:extLst>
                  <a:ext uri="{FF2B5EF4-FFF2-40B4-BE49-F238E27FC236}">
                    <a16:creationId xmlns:a16="http://schemas.microsoft.com/office/drawing/2014/main" id="{EAE27808-D7A4-2336-7F61-BDAFF285469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724240" y="1369377"/>
                <a:ext cx="378000" cy="256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99" name="筆跡 198">
                <a:extLst>
                  <a:ext uri="{FF2B5EF4-FFF2-40B4-BE49-F238E27FC236}">
                    <a16:creationId xmlns:a16="http://schemas.microsoft.com/office/drawing/2014/main" id="{F594A62A-F99E-E2CC-50A4-7F3593B1EED1}"/>
                  </a:ext>
                </a:extLst>
              </p14:cNvPr>
              <p14:cNvContentPartPr/>
              <p14:nvPr/>
            </p14:nvContentPartPr>
            <p14:xfrm>
              <a:off x="5063400" y="3492657"/>
              <a:ext cx="4680" cy="3600"/>
            </p14:xfrm>
          </p:contentPart>
        </mc:Choice>
        <mc:Fallback>
          <p:pic>
            <p:nvPicPr>
              <p:cNvPr id="199" name="筆跡 198">
                <a:extLst>
                  <a:ext uri="{FF2B5EF4-FFF2-40B4-BE49-F238E27FC236}">
                    <a16:creationId xmlns:a16="http://schemas.microsoft.com/office/drawing/2014/main" id="{F594A62A-F99E-E2CC-50A4-7F3593B1EED1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045400" y="3474657"/>
                <a:ext cx="40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00" name="筆跡 199">
                <a:extLst>
                  <a:ext uri="{FF2B5EF4-FFF2-40B4-BE49-F238E27FC236}">
                    <a16:creationId xmlns:a16="http://schemas.microsoft.com/office/drawing/2014/main" id="{129C3658-361D-CC44-2D92-3AAEDA30214E}"/>
                  </a:ext>
                </a:extLst>
              </p14:cNvPr>
              <p14:cNvContentPartPr/>
              <p14:nvPr/>
            </p14:nvContentPartPr>
            <p14:xfrm>
              <a:off x="5069520" y="3563937"/>
              <a:ext cx="2160" cy="24480"/>
            </p14:xfrm>
          </p:contentPart>
        </mc:Choice>
        <mc:Fallback>
          <p:pic>
            <p:nvPicPr>
              <p:cNvPr id="200" name="筆跡 199">
                <a:extLst>
                  <a:ext uri="{FF2B5EF4-FFF2-40B4-BE49-F238E27FC236}">
                    <a16:creationId xmlns:a16="http://schemas.microsoft.com/office/drawing/2014/main" id="{129C3658-361D-CC44-2D92-3AAEDA30214E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051880" y="3546297"/>
                <a:ext cx="37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04" name="筆跡 203">
                <a:extLst>
                  <a:ext uri="{FF2B5EF4-FFF2-40B4-BE49-F238E27FC236}">
                    <a16:creationId xmlns:a16="http://schemas.microsoft.com/office/drawing/2014/main" id="{56782E50-2F5E-9F87-7B18-933A7B823079}"/>
                  </a:ext>
                </a:extLst>
              </p14:cNvPr>
              <p14:cNvContentPartPr/>
              <p14:nvPr/>
            </p14:nvContentPartPr>
            <p14:xfrm>
              <a:off x="7886520" y="2391777"/>
              <a:ext cx="776520" cy="40320"/>
            </p14:xfrm>
          </p:contentPart>
        </mc:Choice>
        <mc:Fallback>
          <p:pic>
            <p:nvPicPr>
              <p:cNvPr id="204" name="筆跡 203">
                <a:extLst>
                  <a:ext uri="{FF2B5EF4-FFF2-40B4-BE49-F238E27FC236}">
                    <a16:creationId xmlns:a16="http://schemas.microsoft.com/office/drawing/2014/main" id="{56782E50-2F5E-9F87-7B18-933A7B82307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868520" y="2374137"/>
                <a:ext cx="8121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05" name="筆跡 204">
                <a:extLst>
                  <a:ext uri="{FF2B5EF4-FFF2-40B4-BE49-F238E27FC236}">
                    <a16:creationId xmlns:a16="http://schemas.microsoft.com/office/drawing/2014/main" id="{F99F914C-E78D-3D2C-7BE7-F9DDA3015FA5}"/>
                  </a:ext>
                </a:extLst>
              </p14:cNvPr>
              <p14:cNvContentPartPr/>
              <p14:nvPr/>
            </p14:nvContentPartPr>
            <p14:xfrm>
              <a:off x="7894800" y="2973897"/>
              <a:ext cx="694800" cy="15120"/>
            </p14:xfrm>
          </p:contentPart>
        </mc:Choice>
        <mc:Fallback>
          <p:pic>
            <p:nvPicPr>
              <p:cNvPr id="205" name="筆跡 204">
                <a:extLst>
                  <a:ext uri="{FF2B5EF4-FFF2-40B4-BE49-F238E27FC236}">
                    <a16:creationId xmlns:a16="http://schemas.microsoft.com/office/drawing/2014/main" id="{F99F914C-E78D-3D2C-7BE7-F9DDA3015FA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877160" y="2955897"/>
                <a:ext cx="7304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06" name="筆跡 205">
                <a:extLst>
                  <a:ext uri="{FF2B5EF4-FFF2-40B4-BE49-F238E27FC236}">
                    <a16:creationId xmlns:a16="http://schemas.microsoft.com/office/drawing/2014/main" id="{C2694AAD-22DD-CEBE-8668-7AC3E1690012}"/>
                  </a:ext>
                </a:extLst>
              </p14:cNvPr>
              <p14:cNvContentPartPr/>
              <p14:nvPr/>
            </p14:nvContentPartPr>
            <p14:xfrm>
              <a:off x="1307520" y="4429377"/>
              <a:ext cx="117360" cy="315360"/>
            </p14:xfrm>
          </p:contentPart>
        </mc:Choice>
        <mc:Fallback>
          <p:pic>
            <p:nvPicPr>
              <p:cNvPr id="206" name="筆跡 205">
                <a:extLst>
                  <a:ext uri="{FF2B5EF4-FFF2-40B4-BE49-F238E27FC236}">
                    <a16:creationId xmlns:a16="http://schemas.microsoft.com/office/drawing/2014/main" id="{C2694AAD-22DD-CEBE-8668-7AC3E169001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289520" y="4411377"/>
                <a:ext cx="1530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07" name="筆跡 206">
                <a:extLst>
                  <a:ext uri="{FF2B5EF4-FFF2-40B4-BE49-F238E27FC236}">
                    <a16:creationId xmlns:a16="http://schemas.microsoft.com/office/drawing/2014/main" id="{67B719D0-DA35-5E5C-E5AE-D8AAE36DCE56}"/>
                  </a:ext>
                </a:extLst>
              </p14:cNvPr>
              <p14:cNvContentPartPr/>
              <p14:nvPr/>
            </p14:nvContentPartPr>
            <p14:xfrm>
              <a:off x="1495800" y="4571217"/>
              <a:ext cx="24840" cy="132480"/>
            </p14:xfrm>
          </p:contentPart>
        </mc:Choice>
        <mc:Fallback>
          <p:pic>
            <p:nvPicPr>
              <p:cNvPr id="207" name="筆跡 206">
                <a:extLst>
                  <a:ext uri="{FF2B5EF4-FFF2-40B4-BE49-F238E27FC236}">
                    <a16:creationId xmlns:a16="http://schemas.microsoft.com/office/drawing/2014/main" id="{67B719D0-DA35-5E5C-E5AE-D8AAE36DCE5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477800" y="4553217"/>
                <a:ext cx="604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08" name="筆跡 207">
                <a:extLst>
                  <a:ext uri="{FF2B5EF4-FFF2-40B4-BE49-F238E27FC236}">
                    <a16:creationId xmlns:a16="http://schemas.microsoft.com/office/drawing/2014/main" id="{206429E4-33EE-FBFA-9A67-81EBB413D126}"/>
                  </a:ext>
                </a:extLst>
              </p14:cNvPr>
              <p14:cNvContentPartPr/>
              <p14:nvPr/>
            </p14:nvContentPartPr>
            <p14:xfrm>
              <a:off x="1594800" y="4429737"/>
              <a:ext cx="122400" cy="343440"/>
            </p14:xfrm>
          </p:contentPart>
        </mc:Choice>
        <mc:Fallback>
          <p:pic>
            <p:nvPicPr>
              <p:cNvPr id="208" name="筆跡 207">
                <a:extLst>
                  <a:ext uri="{FF2B5EF4-FFF2-40B4-BE49-F238E27FC236}">
                    <a16:creationId xmlns:a16="http://schemas.microsoft.com/office/drawing/2014/main" id="{206429E4-33EE-FBFA-9A67-81EBB413D126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577160" y="4412097"/>
                <a:ext cx="15804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10" name="筆跡 209">
                <a:extLst>
                  <a:ext uri="{FF2B5EF4-FFF2-40B4-BE49-F238E27FC236}">
                    <a16:creationId xmlns:a16="http://schemas.microsoft.com/office/drawing/2014/main" id="{E9F3BF07-11F4-F8F2-0980-76B81F2BF370}"/>
                  </a:ext>
                </a:extLst>
              </p14:cNvPr>
              <p14:cNvContentPartPr/>
              <p14:nvPr/>
            </p14:nvContentPartPr>
            <p14:xfrm>
              <a:off x="1967760" y="4384737"/>
              <a:ext cx="266760" cy="50760"/>
            </p14:xfrm>
          </p:contentPart>
        </mc:Choice>
        <mc:Fallback>
          <p:pic>
            <p:nvPicPr>
              <p:cNvPr id="210" name="筆跡 209">
                <a:extLst>
                  <a:ext uri="{FF2B5EF4-FFF2-40B4-BE49-F238E27FC236}">
                    <a16:creationId xmlns:a16="http://schemas.microsoft.com/office/drawing/2014/main" id="{E9F3BF07-11F4-F8F2-0980-76B81F2BF37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949760" y="4366737"/>
                <a:ext cx="3024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11" name="筆跡 210">
                <a:extLst>
                  <a:ext uri="{FF2B5EF4-FFF2-40B4-BE49-F238E27FC236}">
                    <a16:creationId xmlns:a16="http://schemas.microsoft.com/office/drawing/2014/main" id="{C3FE8A5D-1FA4-7738-AC67-62D0140E26B9}"/>
                  </a:ext>
                </a:extLst>
              </p14:cNvPr>
              <p14:cNvContentPartPr/>
              <p14:nvPr/>
            </p14:nvContentPartPr>
            <p14:xfrm>
              <a:off x="2049480" y="4285017"/>
              <a:ext cx="193680" cy="401760"/>
            </p14:xfrm>
          </p:contentPart>
        </mc:Choice>
        <mc:Fallback>
          <p:pic>
            <p:nvPicPr>
              <p:cNvPr id="211" name="筆跡 210">
                <a:extLst>
                  <a:ext uri="{FF2B5EF4-FFF2-40B4-BE49-F238E27FC236}">
                    <a16:creationId xmlns:a16="http://schemas.microsoft.com/office/drawing/2014/main" id="{C3FE8A5D-1FA4-7738-AC67-62D0140E26B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031480" y="4267017"/>
                <a:ext cx="22932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12" name="筆跡 211">
                <a:extLst>
                  <a:ext uri="{FF2B5EF4-FFF2-40B4-BE49-F238E27FC236}">
                    <a16:creationId xmlns:a16="http://schemas.microsoft.com/office/drawing/2014/main" id="{1B0088F8-F607-D2C4-7CDD-CE143CB4B037}"/>
                  </a:ext>
                </a:extLst>
              </p14:cNvPr>
              <p14:cNvContentPartPr/>
              <p14:nvPr/>
            </p14:nvContentPartPr>
            <p14:xfrm>
              <a:off x="2109600" y="4484457"/>
              <a:ext cx="143280" cy="238320"/>
            </p14:xfrm>
          </p:contentPart>
        </mc:Choice>
        <mc:Fallback>
          <p:pic>
            <p:nvPicPr>
              <p:cNvPr id="212" name="筆跡 211">
                <a:extLst>
                  <a:ext uri="{FF2B5EF4-FFF2-40B4-BE49-F238E27FC236}">
                    <a16:creationId xmlns:a16="http://schemas.microsoft.com/office/drawing/2014/main" id="{1B0088F8-F607-D2C4-7CDD-CE143CB4B037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091600" y="4466457"/>
                <a:ext cx="1789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13" name="筆跡 212">
                <a:extLst>
                  <a:ext uri="{FF2B5EF4-FFF2-40B4-BE49-F238E27FC236}">
                    <a16:creationId xmlns:a16="http://schemas.microsoft.com/office/drawing/2014/main" id="{F1064FB6-D69E-C834-E221-DD8EBA7A675A}"/>
                  </a:ext>
                </a:extLst>
              </p14:cNvPr>
              <p14:cNvContentPartPr/>
              <p14:nvPr/>
            </p14:nvContentPartPr>
            <p14:xfrm>
              <a:off x="2082960" y="4531257"/>
              <a:ext cx="83160" cy="24480"/>
            </p14:xfrm>
          </p:contentPart>
        </mc:Choice>
        <mc:Fallback>
          <p:pic>
            <p:nvPicPr>
              <p:cNvPr id="213" name="筆跡 212">
                <a:extLst>
                  <a:ext uri="{FF2B5EF4-FFF2-40B4-BE49-F238E27FC236}">
                    <a16:creationId xmlns:a16="http://schemas.microsoft.com/office/drawing/2014/main" id="{F1064FB6-D69E-C834-E221-DD8EBA7A675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065320" y="4513617"/>
                <a:ext cx="118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14" name="筆跡 213">
                <a:extLst>
                  <a:ext uri="{FF2B5EF4-FFF2-40B4-BE49-F238E27FC236}">
                    <a16:creationId xmlns:a16="http://schemas.microsoft.com/office/drawing/2014/main" id="{A1D6FA0C-2EF7-8887-5C98-14DBA8BB2DA7}"/>
                  </a:ext>
                </a:extLst>
              </p14:cNvPr>
              <p14:cNvContentPartPr/>
              <p14:nvPr/>
            </p14:nvContentPartPr>
            <p14:xfrm>
              <a:off x="2007720" y="4580937"/>
              <a:ext cx="541800" cy="195120"/>
            </p14:xfrm>
          </p:contentPart>
        </mc:Choice>
        <mc:Fallback>
          <p:pic>
            <p:nvPicPr>
              <p:cNvPr id="214" name="筆跡 213">
                <a:extLst>
                  <a:ext uri="{FF2B5EF4-FFF2-40B4-BE49-F238E27FC236}">
                    <a16:creationId xmlns:a16="http://schemas.microsoft.com/office/drawing/2014/main" id="{A1D6FA0C-2EF7-8887-5C98-14DBA8BB2DA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990080" y="4562937"/>
                <a:ext cx="5774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15" name="筆跡 214">
                <a:extLst>
                  <a:ext uri="{FF2B5EF4-FFF2-40B4-BE49-F238E27FC236}">
                    <a16:creationId xmlns:a16="http://schemas.microsoft.com/office/drawing/2014/main" id="{0CC87294-133A-CE64-C90F-7ACC669A52FE}"/>
                  </a:ext>
                </a:extLst>
              </p14:cNvPr>
              <p14:cNvContentPartPr/>
              <p14:nvPr/>
            </p14:nvContentPartPr>
            <p14:xfrm>
              <a:off x="2657880" y="4257297"/>
              <a:ext cx="198720" cy="195120"/>
            </p14:xfrm>
          </p:contentPart>
        </mc:Choice>
        <mc:Fallback>
          <p:pic>
            <p:nvPicPr>
              <p:cNvPr id="215" name="筆跡 214">
                <a:extLst>
                  <a:ext uri="{FF2B5EF4-FFF2-40B4-BE49-F238E27FC236}">
                    <a16:creationId xmlns:a16="http://schemas.microsoft.com/office/drawing/2014/main" id="{0CC87294-133A-CE64-C90F-7ACC669A52FE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39880" y="4239297"/>
                <a:ext cx="2343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16" name="筆跡 215">
                <a:extLst>
                  <a:ext uri="{FF2B5EF4-FFF2-40B4-BE49-F238E27FC236}">
                    <a16:creationId xmlns:a16="http://schemas.microsoft.com/office/drawing/2014/main" id="{723F33B4-1B3A-3F12-86B3-0CFE892A5773}"/>
                  </a:ext>
                </a:extLst>
              </p14:cNvPr>
              <p14:cNvContentPartPr/>
              <p14:nvPr/>
            </p14:nvContentPartPr>
            <p14:xfrm>
              <a:off x="2615760" y="4465017"/>
              <a:ext cx="449280" cy="373680"/>
            </p14:xfrm>
          </p:contentPart>
        </mc:Choice>
        <mc:Fallback>
          <p:pic>
            <p:nvPicPr>
              <p:cNvPr id="216" name="筆跡 215">
                <a:extLst>
                  <a:ext uri="{FF2B5EF4-FFF2-40B4-BE49-F238E27FC236}">
                    <a16:creationId xmlns:a16="http://schemas.microsoft.com/office/drawing/2014/main" id="{723F33B4-1B3A-3F12-86B3-0CFE892A577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598120" y="4447017"/>
                <a:ext cx="48492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17" name="筆跡 216">
                <a:extLst>
                  <a:ext uri="{FF2B5EF4-FFF2-40B4-BE49-F238E27FC236}">
                    <a16:creationId xmlns:a16="http://schemas.microsoft.com/office/drawing/2014/main" id="{786222F9-9670-646D-2D9C-BDBCC605A250}"/>
                  </a:ext>
                </a:extLst>
              </p14:cNvPr>
              <p14:cNvContentPartPr/>
              <p14:nvPr/>
            </p14:nvContentPartPr>
            <p14:xfrm>
              <a:off x="3172680" y="4257657"/>
              <a:ext cx="369360" cy="90000"/>
            </p14:xfrm>
          </p:contentPart>
        </mc:Choice>
        <mc:Fallback>
          <p:pic>
            <p:nvPicPr>
              <p:cNvPr id="217" name="筆跡 216">
                <a:extLst>
                  <a:ext uri="{FF2B5EF4-FFF2-40B4-BE49-F238E27FC236}">
                    <a16:creationId xmlns:a16="http://schemas.microsoft.com/office/drawing/2014/main" id="{786222F9-9670-646D-2D9C-BDBCC605A25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54680" y="4239657"/>
                <a:ext cx="4050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18" name="筆跡 217">
                <a:extLst>
                  <a:ext uri="{FF2B5EF4-FFF2-40B4-BE49-F238E27FC236}">
                    <a16:creationId xmlns:a16="http://schemas.microsoft.com/office/drawing/2014/main" id="{CB0A1B81-14F9-F80D-BB2B-2ABCD751063E}"/>
                  </a:ext>
                </a:extLst>
              </p14:cNvPr>
              <p14:cNvContentPartPr/>
              <p14:nvPr/>
            </p14:nvContentPartPr>
            <p14:xfrm>
              <a:off x="3157560" y="4325337"/>
              <a:ext cx="180720" cy="498240"/>
            </p14:xfrm>
          </p:contentPart>
        </mc:Choice>
        <mc:Fallback>
          <p:pic>
            <p:nvPicPr>
              <p:cNvPr id="218" name="筆跡 217">
                <a:extLst>
                  <a:ext uri="{FF2B5EF4-FFF2-40B4-BE49-F238E27FC236}">
                    <a16:creationId xmlns:a16="http://schemas.microsoft.com/office/drawing/2014/main" id="{CB0A1B81-14F9-F80D-BB2B-2ABCD751063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39920" y="4307337"/>
                <a:ext cx="21636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19" name="筆跡 218">
                <a:extLst>
                  <a:ext uri="{FF2B5EF4-FFF2-40B4-BE49-F238E27FC236}">
                    <a16:creationId xmlns:a16="http://schemas.microsoft.com/office/drawing/2014/main" id="{4019FAF6-108E-20C1-0647-98DB19C490CC}"/>
                  </a:ext>
                </a:extLst>
              </p14:cNvPr>
              <p14:cNvContentPartPr/>
              <p14:nvPr/>
            </p14:nvContentPartPr>
            <p14:xfrm>
              <a:off x="3354120" y="4345857"/>
              <a:ext cx="209520" cy="344160"/>
            </p14:xfrm>
          </p:contentPart>
        </mc:Choice>
        <mc:Fallback>
          <p:pic>
            <p:nvPicPr>
              <p:cNvPr id="219" name="筆跡 218">
                <a:extLst>
                  <a:ext uri="{FF2B5EF4-FFF2-40B4-BE49-F238E27FC236}">
                    <a16:creationId xmlns:a16="http://schemas.microsoft.com/office/drawing/2014/main" id="{4019FAF6-108E-20C1-0647-98DB19C490CC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336120" y="4328217"/>
                <a:ext cx="24516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20" name="筆跡 219">
                <a:extLst>
                  <a:ext uri="{FF2B5EF4-FFF2-40B4-BE49-F238E27FC236}">
                    <a16:creationId xmlns:a16="http://schemas.microsoft.com/office/drawing/2014/main" id="{3EC4F07E-CA1D-0EEC-A3CC-7D677DB7E22A}"/>
                  </a:ext>
                </a:extLst>
              </p14:cNvPr>
              <p14:cNvContentPartPr/>
              <p14:nvPr/>
            </p14:nvContentPartPr>
            <p14:xfrm>
              <a:off x="3312000" y="4575897"/>
              <a:ext cx="378720" cy="148320"/>
            </p14:xfrm>
          </p:contentPart>
        </mc:Choice>
        <mc:Fallback>
          <p:pic>
            <p:nvPicPr>
              <p:cNvPr id="220" name="筆跡 219">
                <a:extLst>
                  <a:ext uri="{FF2B5EF4-FFF2-40B4-BE49-F238E27FC236}">
                    <a16:creationId xmlns:a16="http://schemas.microsoft.com/office/drawing/2014/main" id="{3EC4F07E-CA1D-0EEC-A3CC-7D677DB7E22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294360" y="4557897"/>
                <a:ext cx="4143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221" name="筆跡 220">
                <a:extLst>
                  <a:ext uri="{FF2B5EF4-FFF2-40B4-BE49-F238E27FC236}">
                    <a16:creationId xmlns:a16="http://schemas.microsoft.com/office/drawing/2014/main" id="{5AE4C957-8B2E-D363-0318-6C9D35803D84}"/>
                  </a:ext>
                </a:extLst>
              </p14:cNvPr>
              <p14:cNvContentPartPr/>
              <p14:nvPr/>
            </p14:nvContentPartPr>
            <p14:xfrm>
              <a:off x="3468960" y="4599297"/>
              <a:ext cx="75600" cy="21600"/>
            </p14:xfrm>
          </p:contentPart>
        </mc:Choice>
        <mc:Fallback>
          <p:pic>
            <p:nvPicPr>
              <p:cNvPr id="221" name="筆跡 220">
                <a:extLst>
                  <a:ext uri="{FF2B5EF4-FFF2-40B4-BE49-F238E27FC236}">
                    <a16:creationId xmlns:a16="http://schemas.microsoft.com/office/drawing/2014/main" id="{5AE4C957-8B2E-D363-0318-6C9D35803D84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451320" y="4581297"/>
                <a:ext cx="1112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223" name="筆跡 222">
                <a:extLst>
                  <a:ext uri="{FF2B5EF4-FFF2-40B4-BE49-F238E27FC236}">
                    <a16:creationId xmlns:a16="http://schemas.microsoft.com/office/drawing/2014/main" id="{1C8D931E-3006-01A1-CC6B-487848731965}"/>
                  </a:ext>
                </a:extLst>
              </p14:cNvPr>
              <p14:cNvContentPartPr/>
              <p14:nvPr/>
            </p14:nvContentPartPr>
            <p14:xfrm>
              <a:off x="3844080" y="4353777"/>
              <a:ext cx="221760" cy="320400"/>
            </p14:xfrm>
          </p:contentPart>
        </mc:Choice>
        <mc:Fallback>
          <p:pic>
            <p:nvPicPr>
              <p:cNvPr id="223" name="筆跡 222">
                <a:extLst>
                  <a:ext uri="{FF2B5EF4-FFF2-40B4-BE49-F238E27FC236}">
                    <a16:creationId xmlns:a16="http://schemas.microsoft.com/office/drawing/2014/main" id="{1C8D931E-3006-01A1-CC6B-487848731965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826080" y="4335777"/>
                <a:ext cx="2574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24" name="筆跡 223">
                <a:extLst>
                  <a:ext uri="{FF2B5EF4-FFF2-40B4-BE49-F238E27FC236}">
                    <a16:creationId xmlns:a16="http://schemas.microsoft.com/office/drawing/2014/main" id="{6AD21F22-9D3E-93B3-590A-54A5D22EFB97}"/>
                  </a:ext>
                </a:extLst>
              </p14:cNvPr>
              <p14:cNvContentPartPr/>
              <p14:nvPr/>
            </p14:nvContentPartPr>
            <p14:xfrm>
              <a:off x="4172400" y="4372857"/>
              <a:ext cx="194040" cy="36360"/>
            </p14:xfrm>
          </p:contentPart>
        </mc:Choice>
        <mc:Fallback>
          <p:pic>
            <p:nvPicPr>
              <p:cNvPr id="224" name="筆跡 223">
                <a:extLst>
                  <a:ext uri="{FF2B5EF4-FFF2-40B4-BE49-F238E27FC236}">
                    <a16:creationId xmlns:a16="http://schemas.microsoft.com/office/drawing/2014/main" id="{6AD21F22-9D3E-93B3-590A-54A5D22EFB97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154760" y="4355217"/>
                <a:ext cx="229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25" name="筆跡 224">
                <a:extLst>
                  <a:ext uri="{FF2B5EF4-FFF2-40B4-BE49-F238E27FC236}">
                    <a16:creationId xmlns:a16="http://schemas.microsoft.com/office/drawing/2014/main" id="{6D98D959-2E60-5BC7-E11A-F1D7110A195F}"/>
                  </a:ext>
                </a:extLst>
              </p14:cNvPr>
              <p14:cNvContentPartPr/>
              <p14:nvPr/>
            </p14:nvContentPartPr>
            <p14:xfrm>
              <a:off x="4266720" y="4433337"/>
              <a:ext cx="41400" cy="270720"/>
            </p14:xfrm>
          </p:contentPart>
        </mc:Choice>
        <mc:Fallback>
          <p:pic>
            <p:nvPicPr>
              <p:cNvPr id="225" name="筆跡 224">
                <a:extLst>
                  <a:ext uri="{FF2B5EF4-FFF2-40B4-BE49-F238E27FC236}">
                    <a16:creationId xmlns:a16="http://schemas.microsoft.com/office/drawing/2014/main" id="{6D98D959-2E60-5BC7-E11A-F1D7110A195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249080" y="4415337"/>
                <a:ext cx="770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26" name="筆跡 225">
                <a:extLst>
                  <a:ext uri="{FF2B5EF4-FFF2-40B4-BE49-F238E27FC236}">
                    <a16:creationId xmlns:a16="http://schemas.microsoft.com/office/drawing/2014/main" id="{9B6CB48C-9F82-2007-B3F3-2C85978837FA}"/>
                  </a:ext>
                </a:extLst>
              </p14:cNvPr>
              <p14:cNvContentPartPr/>
              <p14:nvPr/>
            </p14:nvContentPartPr>
            <p14:xfrm>
              <a:off x="4748760" y="4370337"/>
              <a:ext cx="279720" cy="190080"/>
            </p14:xfrm>
          </p:contentPart>
        </mc:Choice>
        <mc:Fallback>
          <p:pic>
            <p:nvPicPr>
              <p:cNvPr id="226" name="筆跡 225">
                <a:extLst>
                  <a:ext uri="{FF2B5EF4-FFF2-40B4-BE49-F238E27FC236}">
                    <a16:creationId xmlns:a16="http://schemas.microsoft.com/office/drawing/2014/main" id="{9B6CB48C-9F82-2007-B3F3-2C85978837FA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4730760" y="4352697"/>
                <a:ext cx="3153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27" name="筆跡 226">
                <a:extLst>
                  <a:ext uri="{FF2B5EF4-FFF2-40B4-BE49-F238E27FC236}">
                    <a16:creationId xmlns:a16="http://schemas.microsoft.com/office/drawing/2014/main" id="{C6D835AA-C3AE-6A6E-4102-8BD9A20555F9}"/>
                  </a:ext>
                </a:extLst>
              </p14:cNvPr>
              <p14:cNvContentPartPr/>
              <p14:nvPr/>
            </p14:nvContentPartPr>
            <p14:xfrm>
              <a:off x="5121360" y="4293657"/>
              <a:ext cx="13320" cy="222480"/>
            </p14:xfrm>
          </p:contentPart>
        </mc:Choice>
        <mc:Fallback>
          <p:pic>
            <p:nvPicPr>
              <p:cNvPr id="227" name="筆跡 226">
                <a:extLst>
                  <a:ext uri="{FF2B5EF4-FFF2-40B4-BE49-F238E27FC236}">
                    <a16:creationId xmlns:a16="http://schemas.microsoft.com/office/drawing/2014/main" id="{C6D835AA-C3AE-6A6E-4102-8BD9A20555F9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103720" y="4275657"/>
                <a:ext cx="489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28" name="筆跡 227">
                <a:extLst>
                  <a:ext uri="{FF2B5EF4-FFF2-40B4-BE49-F238E27FC236}">
                    <a16:creationId xmlns:a16="http://schemas.microsoft.com/office/drawing/2014/main" id="{C10518EA-C18E-9CC8-79E8-5A924AC1F820}"/>
                  </a:ext>
                </a:extLst>
              </p14:cNvPr>
              <p14:cNvContentPartPr/>
              <p14:nvPr/>
            </p14:nvContentPartPr>
            <p14:xfrm>
              <a:off x="5107320" y="4433697"/>
              <a:ext cx="177840" cy="117000"/>
            </p14:xfrm>
          </p:contentPart>
        </mc:Choice>
        <mc:Fallback>
          <p:pic>
            <p:nvPicPr>
              <p:cNvPr id="228" name="筆跡 227">
                <a:extLst>
                  <a:ext uri="{FF2B5EF4-FFF2-40B4-BE49-F238E27FC236}">
                    <a16:creationId xmlns:a16="http://schemas.microsoft.com/office/drawing/2014/main" id="{C10518EA-C18E-9CC8-79E8-5A924AC1F82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089320" y="4415697"/>
                <a:ext cx="2134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29" name="筆跡 228">
                <a:extLst>
                  <a:ext uri="{FF2B5EF4-FFF2-40B4-BE49-F238E27FC236}">
                    <a16:creationId xmlns:a16="http://schemas.microsoft.com/office/drawing/2014/main" id="{E581CDD2-AAC9-DEFB-FC2E-F2189F7DABE0}"/>
                  </a:ext>
                </a:extLst>
              </p14:cNvPr>
              <p14:cNvContentPartPr/>
              <p14:nvPr/>
            </p14:nvContentPartPr>
            <p14:xfrm>
              <a:off x="5265360" y="4306257"/>
              <a:ext cx="26640" cy="364680"/>
            </p14:xfrm>
          </p:contentPart>
        </mc:Choice>
        <mc:Fallback>
          <p:pic>
            <p:nvPicPr>
              <p:cNvPr id="229" name="筆跡 228">
                <a:extLst>
                  <a:ext uri="{FF2B5EF4-FFF2-40B4-BE49-F238E27FC236}">
                    <a16:creationId xmlns:a16="http://schemas.microsoft.com/office/drawing/2014/main" id="{E581CDD2-AAC9-DEFB-FC2E-F2189F7DABE0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247360" y="4288617"/>
                <a:ext cx="622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30" name="筆跡 229">
                <a:extLst>
                  <a:ext uri="{FF2B5EF4-FFF2-40B4-BE49-F238E27FC236}">
                    <a16:creationId xmlns:a16="http://schemas.microsoft.com/office/drawing/2014/main" id="{E005951E-C328-6033-4731-9BB1C17FB301}"/>
                  </a:ext>
                </a:extLst>
              </p14:cNvPr>
              <p14:cNvContentPartPr/>
              <p14:nvPr/>
            </p14:nvContentPartPr>
            <p14:xfrm>
              <a:off x="4494600" y="4365297"/>
              <a:ext cx="183960" cy="301320"/>
            </p14:xfrm>
          </p:contentPart>
        </mc:Choice>
        <mc:Fallback>
          <p:pic>
            <p:nvPicPr>
              <p:cNvPr id="230" name="筆跡 229">
                <a:extLst>
                  <a:ext uri="{FF2B5EF4-FFF2-40B4-BE49-F238E27FC236}">
                    <a16:creationId xmlns:a16="http://schemas.microsoft.com/office/drawing/2014/main" id="{E005951E-C328-6033-4731-9BB1C17FB30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476960" y="4347297"/>
                <a:ext cx="21960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32" name="筆跡 231">
                <a:extLst>
                  <a:ext uri="{FF2B5EF4-FFF2-40B4-BE49-F238E27FC236}">
                    <a16:creationId xmlns:a16="http://schemas.microsoft.com/office/drawing/2014/main" id="{09B6472A-37C0-BB3F-D521-31BA21504B0F}"/>
                  </a:ext>
                </a:extLst>
              </p14:cNvPr>
              <p14:cNvContentPartPr/>
              <p14:nvPr/>
            </p14:nvContentPartPr>
            <p14:xfrm>
              <a:off x="5821200" y="4469697"/>
              <a:ext cx="71640" cy="461160"/>
            </p14:xfrm>
          </p:contentPart>
        </mc:Choice>
        <mc:Fallback>
          <p:pic>
            <p:nvPicPr>
              <p:cNvPr id="232" name="筆跡 231">
                <a:extLst>
                  <a:ext uri="{FF2B5EF4-FFF2-40B4-BE49-F238E27FC236}">
                    <a16:creationId xmlns:a16="http://schemas.microsoft.com/office/drawing/2014/main" id="{09B6472A-37C0-BB3F-D521-31BA21504B0F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803200" y="4451697"/>
                <a:ext cx="10728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33" name="筆跡 232">
                <a:extLst>
                  <a:ext uri="{FF2B5EF4-FFF2-40B4-BE49-F238E27FC236}">
                    <a16:creationId xmlns:a16="http://schemas.microsoft.com/office/drawing/2014/main" id="{7D5C29E8-51D0-63FB-78D1-77A3EA69B716}"/>
                  </a:ext>
                </a:extLst>
              </p14:cNvPr>
              <p14:cNvContentPartPr/>
              <p14:nvPr/>
            </p14:nvContentPartPr>
            <p14:xfrm>
              <a:off x="6035760" y="4634577"/>
              <a:ext cx="173880" cy="213120"/>
            </p14:xfrm>
          </p:contentPart>
        </mc:Choice>
        <mc:Fallback>
          <p:pic>
            <p:nvPicPr>
              <p:cNvPr id="233" name="筆跡 232">
                <a:extLst>
                  <a:ext uri="{FF2B5EF4-FFF2-40B4-BE49-F238E27FC236}">
                    <a16:creationId xmlns:a16="http://schemas.microsoft.com/office/drawing/2014/main" id="{7D5C29E8-51D0-63FB-78D1-77A3EA69B71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018120" y="4616937"/>
                <a:ext cx="20952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34" name="筆跡 233">
                <a:extLst>
                  <a:ext uri="{FF2B5EF4-FFF2-40B4-BE49-F238E27FC236}">
                    <a16:creationId xmlns:a16="http://schemas.microsoft.com/office/drawing/2014/main" id="{4012B5F2-E924-CBB0-37D9-2F0AC0698371}"/>
                  </a:ext>
                </a:extLst>
              </p14:cNvPr>
              <p14:cNvContentPartPr/>
              <p14:nvPr/>
            </p14:nvContentPartPr>
            <p14:xfrm>
              <a:off x="6255720" y="4587777"/>
              <a:ext cx="150120" cy="426600"/>
            </p14:xfrm>
          </p:contentPart>
        </mc:Choice>
        <mc:Fallback>
          <p:pic>
            <p:nvPicPr>
              <p:cNvPr id="234" name="筆跡 233">
                <a:extLst>
                  <a:ext uri="{FF2B5EF4-FFF2-40B4-BE49-F238E27FC236}">
                    <a16:creationId xmlns:a16="http://schemas.microsoft.com/office/drawing/2014/main" id="{4012B5F2-E924-CBB0-37D9-2F0AC0698371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237720" y="4569777"/>
                <a:ext cx="18576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35" name="筆跡 234">
                <a:extLst>
                  <a:ext uri="{FF2B5EF4-FFF2-40B4-BE49-F238E27FC236}">
                    <a16:creationId xmlns:a16="http://schemas.microsoft.com/office/drawing/2014/main" id="{0A6D3CDF-D22B-E0E3-4969-A6852338916D}"/>
                  </a:ext>
                </a:extLst>
              </p14:cNvPr>
              <p14:cNvContentPartPr/>
              <p14:nvPr/>
            </p14:nvContentPartPr>
            <p14:xfrm>
              <a:off x="6870600" y="4380057"/>
              <a:ext cx="138600" cy="104760"/>
            </p14:xfrm>
          </p:contentPart>
        </mc:Choice>
        <mc:Fallback>
          <p:pic>
            <p:nvPicPr>
              <p:cNvPr id="235" name="筆跡 234">
                <a:extLst>
                  <a:ext uri="{FF2B5EF4-FFF2-40B4-BE49-F238E27FC236}">
                    <a16:creationId xmlns:a16="http://schemas.microsoft.com/office/drawing/2014/main" id="{0A6D3CDF-D22B-E0E3-4969-A6852338916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852960" y="4362417"/>
                <a:ext cx="17424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36" name="筆跡 235">
                <a:extLst>
                  <a:ext uri="{FF2B5EF4-FFF2-40B4-BE49-F238E27FC236}">
                    <a16:creationId xmlns:a16="http://schemas.microsoft.com/office/drawing/2014/main" id="{5FE46A85-0008-A8B9-D420-50BC7678EA6F}"/>
                  </a:ext>
                </a:extLst>
              </p14:cNvPr>
              <p14:cNvContentPartPr/>
              <p14:nvPr/>
            </p14:nvContentPartPr>
            <p14:xfrm>
              <a:off x="6810120" y="4435497"/>
              <a:ext cx="295200" cy="171000"/>
            </p14:xfrm>
          </p:contentPart>
        </mc:Choice>
        <mc:Fallback>
          <p:pic>
            <p:nvPicPr>
              <p:cNvPr id="236" name="筆跡 235">
                <a:extLst>
                  <a:ext uri="{FF2B5EF4-FFF2-40B4-BE49-F238E27FC236}">
                    <a16:creationId xmlns:a16="http://schemas.microsoft.com/office/drawing/2014/main" id="{5FE46A85-0008-A8B9-D420-50BC7678EA6F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792480" y="4417857"/>
                <a:ext cx="3308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37" name="筆跡 236">
                <a:extLst>
                  <a:ext uri="{FF2B5EF4-FFF2-40B4-BE49-F238E27FC236}">
                    <a16:creationId xmlns:a16="http://schemas.microsoft.com/office/drawing/2014/main" id="{808EEEEB-7E40-BB8C-FCE7-BFD38894F3E8}"/>
                  </a:ext>
                </a:extLst>
              </p14:cNvPr>
              <p14:cNvContentPartPr/>
              <p14:nvPr/>
            </p14:nvContentPartPr>
            <p14:xfrm>
              <a:off x="6975360" y="4301937"/>
              <a:ext cx="110880" cy="435240"/>
            </p14:xfrm>
          </p:contentPart>
        </mc:Choice>
        <mc:Fallback>
          <p:pic>
            <p:nvPicPr>
              <p:cNvPr id="237" name="筆跡 236">
                <a:extLst>
                  <a:ext uri="{FF2B5EF4-FFF2-40B4-BE49-F238E27FC236}">
                    <a16:creationId xmlns:a16="http://schemas.microsoft.com/office/drawing/2014/main" id="{808EEEEB-7E40-BB8C-FCE7-BFD38894F3E8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957720" y="4283937"/>
                <a:ext cx="1465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38" name="筆跡 237">
                <a:extLst>
                  <a:ext uri="{FF2B5EF4-FFF2-40B4-BE49-F238E27FC236}">
                    <a16:creationId xmlns:a16="http://schemas.microsoft.com/office/drawing/2014/main" id="{46069B53-BC3A-B900-77AF-83F701415E36}"/>
                  </a:ext>
                </a:extLst>
              </p14:cNvPr>
              <p14:cNvContentPartPr/>
              <p14:nvPr/>
            </p14:nvContentPartPr>
            <p14:xfrm>
              <a:off x="6721200" y="4428657"/>
              <a:ext cx="534600" cy="349920"/>
            </p14:xfrm>
          </p:contentPart>
        </mc:Choice>
        <mc:Fallback>
          <p:pic>
            <p:nvPicPr>
              <p:cNvPr id="238" name="筆跡 237">
                <a:extLst>
                  <a:ext uri="{FF2B5EF4-FFF2-40B4-BE49-F238E27FC236}">
                    <a16:creationId xmlns:a16="http://schemas.microsoft.com/office/drawing/2014/main" id="{46069B53-BC3A-B900-77AF-83F701415E3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703560" y="4410657"/>
                <a:ext cx="57024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39" name="筆跡 238">
                <a:extLst>
                  <a:ext uri="{FF2B5EF4-FFF2-40B4-BE49-F238E27FC236}">
                    <a16:creationId xmlns:a16="http://schemas.microsoft.com/office/drawing/2014/main" id="{E0C230DE-7A6A-8421-4193-1A423105BD3C}"/>
                  </a:ext>
                </a:extLst>
              </p14:cNvPr>
              <p14:cNvContentPartPr/>
              <p14:nvPr/>
            </p14:nvContentPartPr>
            <p14:xfrm>
              <a:off x="7432560" y="4481577"/>
              <a:ext cx="109080" cy="165960"/>
            </p14:xfrm>
          </p:contentPart>
        </mc:Choice>
        <mc:Fallback>
          <p:pic>
            <p:nvPicPr>
              <p:cNvPr id="239" name="筆跡 238">
                <a:extLst>
                  <a:ext uri="{FF2B5EF4-FFF2-40B4-BE49-F238E27FC236}">
                    <a16:creationId xmlns:a16="http://schemas.microsoft.com/office/drawing/2014/main" id="{E0C230DE-7A6A-8421-4193-1A423105BD3C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7414560" y="4463937"/>
                <a:ext cx="1447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40" name="筆跡 239">
                <a:extLst>
                  <a:ext uri="{FF2B5EF4-FFF2-40B4-BE49-F238E27FC236}">
                    <a16:creationId xmlns:a16="http://schemas.microsoft.com/office/drawing/2014/main" id="{60398AC2-5461-06F4-62D0-2CF216AD5D43}"/>
                  </a:ext>
                </a:extLst>
              </p14:cNvPr>
              <p14:cNvContentPartPr/>
              <p14:nvPr/>
            </p14:nvContentPartPr>
            <p14:xfrm>
              <a:off x="7579440" y="4574817"/>
              <a:ext cx="21600" cy="96480"/>
            </p14:xfrm>
          </p:contentPart>
        </mc:Choice>
        <mc:Fallback>
          <p:pic>
            <p:nvPicPr>
              <p:cNvPr id="240" name="筆跡 239">
                <a:extLst>
                  <a:ext uri="{FF2B5EF4-FFF2-40B4-BE49-F238E27FC236}">
                    <a16:creationId xmlns:a16="http://schemas.microsoft.com/office/drawing/2014/main" id="{60398AC2-5461-06F4-62D0-2CF216AD5D43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7561800" y="4557177"/>
                <a:ext cx="57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41" name="筆跡 240">
                <a:extLst>
                  <a:ext uri="{FF2B5EF4-FFF2-40B4-BE49-F238E27FC236}">
                    <a16:creationId xmlns:a16="http://schemas.microsoft.com/office/drawing/2014/main" id="{22C64AA7-3362-CDA0-54C1-F21E74D02FE8}"/>
                  </a:ext>
                </a:extLst>
              </p14:cNvPr>
              <p14:cNvContentPartPr/>
              <p14:nvPr/>
            </p14:nvContentPartPr>
            <p14:xfrm>
              <a:off x="7609320" y="4390857"/>
              <a:ext cx="22680" cy="58320"/>
            </p14:xfrm>
          </p:contentPart>
        </mc:Choice>
        <mc:Fallback>
          <p:pic>
            <p:nvPicPr>
              <p:cNvPr id="241" name="筆跡 240">
                <a:extLst>
                  <a:ext uri="{FF2B5EF4-FFF2-40B4-BE49-F238E27FC236}">
                    <a16:creationId xmlns:a16="http://schemas.microsoft.com/office/drawing/2014/main" id="{22C64AA7-3362-CDA0-54C1-F21E74D02FE8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7591320" y="4373217"/>
                <a:ext cx="583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42" name="筆跡 241">
                <a:extLst>
                  <a:ext uri="{FF2B5EF4-FFF2-40B4-BE49-F238E27FC236}">
                    <a16:creationId xmlns:a16="http://schemas.microsoft.com/office/drawing/2014/main" id="{177B273E-C8D1-DDB5-F380-8FCFDC8AA7B6}"/>
                  </a:ext>
                </a:extLst>
              </p14:cNvPr>
              <p14:cNvContentPartPr/>
              <p14:nvPr/>
            </p14:nvContentPartPr>
            <p14:xfrm>
              <a:off x="7676280" y="4520097"/>
              <a:ext cx="264960" cy="142920"/>
            </p14:xfrm>
          </p:contentPart>
        </mc:Choice>
        <mc:Fallback>
          <p:pic>
            <p:nvPicPr>
              <p:cNvPr id="242" name="筆跡 241">
                <a:extLst>
                  <a:ext uri="{FF2B5EF4-FFF2-40B4-BE49-F238E27FC236}">
                    <a16:creationId xmlns:a16="http://schemas.microsoft.com/office/drawing/2014/main" id="{177B273E-C8D1-DDB5-F380-8FCFDC8AA7B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658280" y="4502457"/>
                <a:ext cx="3006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43" name="筆跡 242">
                <a:extLst>
                  <a:ext uri="{FF2B5EF4-FFF2-40B4-BE49-F238E27FC236}">
                    <a16:creationId xmlns:a16="http://schemas.microsoft.com/office/drawing/2014/main" id="{F795287E-58FF-7EC1-0939-E0FD59810781}"/>
                  </a:ext>
                </a:extLst>
              </p14:cNvPr>
              <p14:cNvContentPartPr/>
              <p14:nvPr/>
            </p14:nvContentPartPr>
            <p14:xfrm>
              <a:off x="8042040" y="4518297"/>
              <a:ext cx="549000" cy="86040"/>
            </p14:xfrm>
          </p:contentPart>
        </mc:Choice>
        <mc:Fallback>
          <p:pic>
            <p:nvPicPr>
              <p:cNvPr id="243" name="筆跡 242">
                <a:extLst>
                  <a:ext uri="{FF2B5EF4-FFF2-40B4-BE49-F238E27FC236}">
                    <a16:creationId xmlns:a16="http://schemas.microsoft.com/office/drawing/2014/main" id="{F795287E-58FF-7EC1-0939-E0FD5981078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8024040" y="4500657"/>
                <a:ext cx="5846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45" name="筆跡 244">
                <a:extLst>
                  <a:ext uri="{FF2B5EF4-FFF2-40B4-BE49-F238E27FC236}">
                    <a16:creationId xmlns:a16="http://schemas.microsoft.com/office/drawing/2014/main" id="{C9F9E1B0-3411-348F-F5DA-13E8A0950BAF}"/>
                  </a:ext>
                </a:extLst>
              </p14:cNvPr>
              <p14:cNvContentPartPr/>
              <p14:nvPr/>
            </p14:nvContentPartPr>
            <p14:xfrm>
              <a:off x="3108600" y="4926897"/>
              <a:ext cx="624600" cy="9000"/>
            </p14:xfrm>
          </p:contentPart>
        </mc:Choice>
        <mc:Fallback>
          <p:pic>
            <p:nvPicPr>
              <p:cNvPr id="245" name="筆跡 244">
                <a:extLst>
                  <a:ext uri="{FF2B5EF4-FFF2-40B4-BE49-F238E27FC236}">
                    <a16:creationId xmlns:a16="http://schemas.microsoft.com/office/drawing/2014/main" id="{C9F9E1B0-3411-348F-F5DA-13E8A0950BAF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3090960" y="4909257"/>
                <a:ext cx="6602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46" name="筆跡 245">
                <a:extLst>
                  <a:ext uri="{FF2B5EF4-FFF2-40B4-BE49-F238E27FC236}">
                    <a16:creationId xmlns:a16="http://schemas.microsoft.com/office/drawing/2014/main" id="{CDDE0591-F031-B200-DF9F-2FFF73BB722D}"/>
                  </a:ext>
                </a:extLst>
              </p14:cNvPr>
              <p14:cNvContentPartPr/>
              <p14:nvPr/>
            </p14:nvContentPartPr>
            <p14:xfrm>
              <a:off x="3129120" y="4945617"/>
              <a:ext cx="708120" cy="54720"/>
            </p14:xfrm>
          </p:contentPart>
        </mc:Choice>
        <mc:Fallback>
          <p:pic>
            <p:nvPicPr>
              <p:cNvPr id="246" name="筆跡 245">
                <a:extLst>
                  <a:ext uri="{FF2B5EF4-FFF2-40B4-BE49-F238E27FC236}">
                    <a16:creationId xmlns:a16="http://schemas.microsoft.com/office/drawing/2014/main" id="{CDDE0591-F031-B200-DF9F-2FFF73BB722D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3111480" y="4927977"/>
                <a:ext cx="7437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47" name="筆跡 246">
                <a:extLst>
                  <a:ext uri="{FF2B5EF4-FFF2-40B4-BE49-F238E27FC236}">
                    <a16:creationId xmlns:a16="http://schemas.microsoft.com/office/drawing/2014/main" id="{B05559C2-25F8-CD87-6978-963D453C1F42}"/>
                  </a:ext>
                </a:extLst>
              </p14:cNvPr>
              <p14:cNvContentPartPr/>
              <p14:nvPr/>
            </p14:nvContentPartPr>
            <p14:xfrm>
              <a:off x="3758400" y="3947697"/>
              <a:ext cx="3936240" cy="259920"/>
            </p14:xfrm>
          </p:contentPart>
        </mc:Choice>
        <mc:Fallback>
          <p:pic>
            <p:nvPicPr>
              <p:cNvPr id="247" name="筆跡 246">
                <a:extLst>
                  <a:ext uri="{FF2B5EF4-FFF2-40B4-BE49-F238E27FC236}">
                    <a16:creationId xmlns:a16="http://schemas.microsoft.com/office/drawing/2014/main" id="{B05559C2-25F8-CD87-6978-963D453C1F42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740760" y="3930057"/>
                <a:ext cx="39718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48" name="筆跡 247">
                <a:extLst>
                  <a:ext uri="{FF2B5EF4-FFF2-40B4-BE49-F238E27FC236}">
                    <a16:creationId xmlns:a16="http://schemas.microsoft.com/office/drawing/2014/main" id="{50240E28-4693-B7FC-8D2A-DFA13F58F43B}"/>
                  </a:ext>
                </a:extLst>
              </p14:cNvPr>
              <p14:cNvContentPartPr/>
              <p14:nvPr/>
            </p14:nvContentPartPr>
            <p14:xfrm>
              <a:off x="7435080" y="4861737"/>
              <a:ext cx="383400" cy="150480"/>
            </p14:xfrm>
          </p:contentPart>
        </mc:Choice>
        <mc:Fallback>
          <p:pic>
            <p:nvPicPr>
              <p:cNvPr id="248" name="筆跡 247">
                <a:extLst>
                  <a:ext uri="{FF2B5EF4-FFF2-40B4-BE49-F238E27FC236}">
                    <a16:creationId xmlns:a16="http://schemas.microsoft.com/office/drawing/2014/main" id="{50240E28-4693-B7FC-8D2A-DFA13F58F43B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417080" y="4843737"/>
                <a:ext cx="4190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49" name="筆跡 248">
                <a:extLst>
                  <a:ext uri="{FF2B5EF4-FFF2-40B4-BE49-F238E27FC236}">
                    <a16:creationId xmlns:a16="http://schemas.microsoft.com/office/drawing/2014/main" id="{16CD4270-0DCA-FC47-3691-50D60972B192}"/>
                  </a:ext>
                </a:extLst>
              </p14:cNvPr>
              <p14:cNvContentPartPr/>
              <p14:nvPr/>
            </p14:nvContentPartPr>
            <p14:xfrm>
              <a:off x="7721640" y="4933737"/>
              <a:ext cx="53280" cy="123480"/>
            </p14:xfrm>
          </p:contentPart>
        </mc:Choice>
        <mc:Fallback>
          <p:pic>
            <p:nvPicPr>
              <p:cNvPr id="249" name="筆跡 248">
                <a:extLst>
                  <a:ext uri="{FF2B5EF4-FFF2-40B4-BE49-F238E27FC236}">
                    <a16:creationId xmlns:a16="http://schemas.microsoft.com/office/drawing/2014/main" id="{16CD4270-0DCA-FC47-3691-50D60972B19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7704000" y="4915737"/>
                <a:ext cx="889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50" name="筆跡 249">
                <a:extLst>
                  <a:ext uri="{FF2B5EF4-FFF2-40B4-BE49-F238E27FC236}">
                    <a16:creationId xmlns:a16="http://schemas.microsoft.com/office/drawing/2014/main" id="{8D5BFDCF-91A9-7DFB-BFD3-C2191E1DEEFC}"/>
                  </a:ext>
                </a:extLst>
              </p14:cNvPr>
              <p14:cNvContentPartPr/>
              <p14:nvPr/>
            </p14:nvContentPartPr>
            <p14:xfrm>
              <a:off x="7922520" y="4792257"/>
              <a:ext cx="172440" cy="250920"/>
            </p14:xfrm>
          </p:contentPart>
        </mc:Choice>
        <mc:Fallback>
          <p:pic>
            <p:nvPicPr>
              <p:cNvPr id="250" name="筆跡 249">
                <a:extLst>
                  <a:ext uri="{FF2B5EF4-FFF2-40B4-BE49-F238E27FC236}">
                    <a16:creationId xmlns:a16="http://schemas.microsoft.com/office/drawing/2014/main" id="{8D5BFDCF-91A9-7DFB-BFD3-C2191E1DEEFC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7904520" y="4774617"/>
                <a:ext cx="2080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51" name="筆跡 250">
                <a:extLst>
                  <a:ext uri="{FF2B5EF4-FFF2-40B4-BE49-F238E27FC236}">
                    <a16:creationId xmlns:a16="http://schemas.microsoft.com/office/drawing/2014/main" id="{BE1D8E28-609A-35E4-567E-8F1B98D95FD1}"/>
                  </a:ext>
                </a:extLst>
              </p14:cNvPr>
              <p14:cNvContentPartPr/>
              <p14:nvPr/>
            </p14:nvContentPartPr>
            <p14:xfrm>
              <a:off x="8133120" y="4804497"/>
              <a:ext cx="170640" cy="12960"/>
            </p14:xfrm>
          </p:contentPart>
        </mc:Choice>
        <mc:Fallback>
          <p:pic>
            <p:nvPicPr>
              <p:cNvPr id="251" name="筆跡 250">
                <a:extLst>
                  <a:ext uri="{FF2B5EF4-FFF2-40B4-BE49-F238E27FC236}">
                    <a16:creationId xmlns:a16="http://schemas.microsoft.com/office/drawing/2014/main" id="{BE1D8E28-609A-35E4-567E-8F1B98D95FD1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8115120" y="4786497"/>
                <a:ext cx="2062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52" name="筆跡 251">
                <a:extLst>
                  <a:ext uri="{FF2B5EF4-FFF2-40B4-BE49-F238E27FC236}">
                    <a16:creationId xmlns:a16="http://schemas.microsoft.com/office/drawing/2014/main" id="{75DCFD5C-15C7-4377-8610-8412867C2AB2}"/>
                  </a:ext>
                </a:extLst>
              </p14:cNvPr>
              <p14:cNvContentPartPr/>
              <p14:nvPr/>
            </p14:nvContentPartPr>
            <p14:xfrm>
              <a:off x="8241840" y="4832937"/>
              <a:ext cx="13320" cy="281520"/>
            </p14:xfrm>
          </p:contentPart>
        </mc:Choice>
        <mc:Fallback>
          <p:pic>
            <p:nvPicPr>
              <p:cNvPr id="252" name="筆跡 251">
                <a:extLst>
                  <a:ext uri="{FF2B5EF4-FFF2-40B4-BE49-F238E27FC236}">
                    <a16:creationId xmlns:a16="http://schemas.microsoft.com/office/drawing/2014/main" id="{75DCFD5C-15C7-4377-8610-8412867C2AB2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8223840" y="4814937"/>
                <a:ext cx="48960" cy="3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群組 255">
            <a:extLst>
              <a:ext uri="{FF2B5EF4-FFF2-40B4-BE49-F238E27FC236}">
                <a16:creationId xmlns:a16="http://schemas.microsoft.com/office/drawing/2014/main" id="{DB358178-BE17-1E82-86E2-1462679D8D57}"/>
              </a:ext>
            </a:extLst>
          </p:cNvPr>
          <p:cNvGrpSpPr/>
          <p:nvPr/>
        </p:nvGrpSpPr>
        <p:grpSpPr>
          <a:xfrm>
            <a:off x="8617680" y="4747977"/>
            <a:ext cx="376200" cy="305280"/>
            <a:chOff x="8617680" y="4747977"/>
            <a:chExt cx="37620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53" name="筆跡 252">
                  <a:extLst>
                    <a:ext uri="{FF2B5EF4-FFF2-40B4-BE49-F238E27FC236}">
                      <a16:creationId xmlns:a16="http://schemas.microsoft.com/office/drawing/2014/main" id="{E10845A1-DE7C-D8BD-A925-542A4472CB34}"/>
                    </a:ext>
                  </a:extLst>
                </p14:cNvPr>
                <p14:cNvContentPartPr/>
                <p14:nvPr/>
              </p14:nvContentPartPr>
              <p14:xfrm>
                <a:off x="8617680" y="4798737"/>
                <a:ext cx="182520" cy="184320"/>
              </p14:xfrm>
            </p:contentPart>
          </mc:Choice>
          <mc:Fallback>
            <p:pic>
              <p:nvPicPr>
                <p:cNvPr id="253" name="筆跡 252">
                  <a:extLst>
                    <a:ext uri="{FF2B5EF4-FFF2-40B4-BE49-F238E27FC236}">
                      <a16:creationId xmlns:a16="http://schemas.microsoft.com/office/drawing/2014/main" id="{E10845A1-DE7C-D8BD-A925-542A4472CB3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99680" y="4780737"/>
                  <a:ext cx="218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5" name="筆跡 254">
                  <a:extLst>
                    <a:ext uri="{FF2B5EF4-FFF2-40B4-BE49-F238E27FC236}">
                      <a16:creationId xmlns:a16="http://schemas.microsoft.com/office/drawing/2014/main" id="{2C111B50-DBB8-BEEB-1B7F-E824F4AB9091}"/>
                    </a:ext>
                  </a:extLst>
                </p14:cNvPr>
                <p14:cNvContentPartPr/>
                <p14:nvPr/>
              </p14:nvContentPartPr>
              <p14:xfrm>
                <a:off x="8825400" y="4747977"/>
                <a:ext cx="168480" cy="305280"/>
              </p14:xfrm>
            </p:contentPart>
          </mc:Choice>
          <mc:Fallback>
            <p:pic>
              <p:nvPicPr>
                <p:cNvPr id="255" name="筆跡 254">
                  <a:extLst>
                    <a:ext uri="{FF2B5EF4-FFF2-40B4-BE49-F238E27FC236}">
                      <a16:creationId xmlns:a16="http://schemas.microsoft.com/office/drawing/2014/main" id="{2C111B50-DBB8-BEEB-1B7F-E824F4AB909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807760" y="4730337"/>
                  <a:ext cx="204120" cy="34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57" name="筆跡 256">
                <a:extLst>
                  <a:ext uri="{FF2B5EF4-FFF2-40B4-BE49-F238E27FC236}">
                    <a16:creationId xmlns:a16="http://schemas.microsoft.com/office/drawing/2014/main" id="{F30D796A-D62F-CB80-CE47-8B702FE88C6A}"/>
                  </a:ext>
                </a:extLst>
              </p14:cNvPr>
              <p14:cNvContentPartPr/>
              <p14:nvPr/>
            </p14:nvContentPartPr>
            <p14:xfrm>
              <a:off x="623880" y="4145697"/>
              <a:ext cx="479880" cy="673560"/>
            </p14:xfrm>
          </p:contentPart>
        </mc:Choice>
        <mc:Fallback>
          <p:pic>
            <p:nvPicPr>
              <p:cNvPr id="257" name="筆跡 256">
                <a:extLst>
                  <a:ext uri="{FF2B5EF4-FFF2-40B4-BE49-F238E27FC236}">
                    <a16:creationId xmlns:a16="http://schemas.microsoft.com/office/drawing/2014/main" id="{F30D796A-D62F-CB80-CE47-8B702FE88C6A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606240" y="4127697"/>
                <a:ext cx="51552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58" name="筆跡 257">
                <a:extLst>
                  <a:ext uri="{FF2B5EF4-FFF2-40B4-BE49-F238E27FC236}">
                    <a16:creationId xmlns:a16="http://schemas.microsoft.com/office/drawing/2014/main" id="{6B168091-1739-3841-E95F-409970FEE55A}"/>
                  </a:ext>
                </a:extLst>
              </p14:cNvPr>
              <p14:cNvContentPartPr/>
              <p14:nvPr/>
            </p14:nvContentPartPr>
            <p14:xfrm>
              <a:off x="8600760" y="4215897"/>
              <a:ext cx="1440" cy="4680"/>
            </p14:xfrm>
          </p:contentPart>
        </mc:Choice>
        <mc:Fallback>
          <p:pic>
            <p:nvPicPr>
              <p:cNvPr id="258" name="筆跡 257">
                <a:extLst>
                  <a:ext uri="{FF2B5EF4-FFF2-40B4-BE49-F238E27FC236}">
                    <a16:creationId xmlns:a16="http://schemas.microsoft.com/office/drawing/2014/main" id="{6B168091-1739-3841-E95F-409970FEE55A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8583120" y="4197897"/>
                <a:ext cx="37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59" name="筆跡 258">
                <a:extLst>
                  <a:ext uri="{FF2B5EF4-FFF2-40B4-BE49-F238E27FC236}">
                    <a16:creationId xmlns:a16="http://schemas.microsoft.com/office/drawing/2014/main" id="{CE66A8D8-C4D7-57D2-47E2-D87DEE666B0C}"/>
                  </a:ext>
                </a:extLst>
              </p14:cNvPr>
              <p14:cNvContentPartPr/>
              <p14:nvPr/>
            </p14:nvContentPartPr>
            <p14:xfrm>
              <a:off x="5889600" y="4169817"/>
              <a:ext cx="207720" cy="230760"/>
            </p14:xfrm>
          </p:contentPart>
        </mc:Choice>
        <mc:Fallback>
          <p:pic>
            <p:nvPicPr>
              <p:cNvPr id="259" name="筆跡 258">
                <a:extLst>
                  <a:ext uri="{FF2B5EF4-FFF2-40B4-BE49-F238E27FC236}">
                    <a16:creationId xmlns:a16="http://schemas.microsoft.com/office/drawing/2014/main" id="{CE66A8D8-C4D7-57D2-47E2-D87DEE666B0C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871960" y="4152177"/>
                <a:ext cx="243360" cy="26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0864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67B178-B436-D473-C194-228CE808BE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13</a:t>
            </a:fld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86B9B0CE-E9C2-8882-E1FA-A1C1FE7B8321}"/>
              </a:ext>
            </a:extLst>
          </p:cNvPr>
          <p:cNvGrpSpPr/>
          <p:nvPr/>
        </p:nvGrpSpPr>
        <p:grpSpPr>
          <a:xfrm>
            <a:off x="428760" y="1536777"/>
            <a:ext cx="603360" cy="511560"/>
            <a:chOff x="428760" y="1536777"/>
            <a:chExt cx="60336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02716FA7-09EC-259B-12FF-A1C2A251ECE1}"/>
                    </a:ext>
                  </a:extLst>
                </p14:cNvPr>
                <p14:cNvContentPartPr/>
                <p14:nvPr/>
              </p14:nvContentPartPr>
              <p14:xfrm>
                <a:off x="428760" y="1536777"/>
                <a:ext cx="79920" cy="43092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02716FA7-09EC-259B-12FF-A1C2A251EC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1120" y="1519137"/>
                  <a:ext cx="11556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5775C097-ECFB-4E84-DBAC-71CD5EB53385}"/>
                    </a:ext>
                  </a:extLst>
                </p14:cNvPr>
                <p14:cNvContentPartPr/>
                <p14:nvPr/>
              </p14:nvContentPartPr>
              <p14:xfrm>
                <a:off x="599760" y="1646577"/>
                <a:ext cx="167760" cy="24084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5775C097-ECFB-4E84-DBAC-71CD5EB533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1760" y="1628577"/>
                  <a:ext cx="2034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AB937042-DA6C-52AB-4795-C15910C92627}"/>
                    </a:ext>
                  </a:extLst>
                </p14:cNvPr>
                <p14:cNvContentPartPr/>
                <p14:nvPr/>
              </p14:nvContentPartPr>
              <p14:xfrm>
                <a:off x="844560" y="1540017"/>
                <a:ext cx="187560" cy="50832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AB937042-DA6C-52AB-4795-C15910C926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6560" y="1522017"/>
                  <a:ext cx="223200" cy="54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02CC763E-FF54-1B2B-1E82-58789ACE7FB3}"/>
              </a:ext>
            </a:extLst>
          </p:cNvPr>
          <p:cNvGrpSpPr/>
          <p:nvPr/>
        </p:nvGrpSpPr>
        <p:grpSpPr>
          <a:xfrm>
            <a:off x="1549440" y="1398177"/>
            <a:ext cx="6294960" cy="1350360"/>
            <a:chOff x="1549440" y="1398177"/>
            <a:chExt cx="6294960" cy="13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929833E5-1FA9-44EB-BE00-270FC36E177C}"/>
                    </a:ext>
                  </a:extLst>
                </p14:cNvPr>
                <p14:cNvContentPartPr/>
                <p14:nvPr/>
              </p14:nvContentPartPr>
              <p14:xfrm>
                <a:off x="1549440" y="1479537"/>
                <a:ext cx="381240" cy="48996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929833E5-1FA9-44EB-BE00-270FC36E17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31440" y="1461897"/>
                  <a:ext cx="4168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37B9E47C-8CCF-4F23-9976-C79FAB25A920}"/>
                    </a:ext>
                  </a:extLst>
                </p14:cNvPr>
                <p14:cNvContentPartPr/>
                <p14:nvPr/>
              </p14:nvContentPartPr>
              <p14:xfrm>
                <a:off x="1998000" y="1844217"/>
                <a:ext cx="16200" cy="13356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37B9E47C-8CCF-4F23-9976-C79FAB25A9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80000" y="1826217"/>
                  <a:ext cx="51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0D4F6570-E09B-41AA-B257-EA111D0F6AED}"/>
                    </a:ext>
                  </a:extLst>
                </p14:cNvPr>
                <p14:cNvContentPartPr/>
                <p14:nvPr/>
              </p14:nvContentPartPr>
              <p14:xfrm>
                <a:off x="2010960" y="1687977"/>
                <a:ext cx="306720" cy="26712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0D4F6570-E09B-41AA-B257-EA111D0F6A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92960" y="1669977"/>
                  <a:ext cx="3423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35837539-A7FC-64B1-9E5C-B780670DF243}"/>
                    </a:ext>
                  </a:extLst>
                </p14:cNvPr>
                <p14:cNvContentPartPr/>
                <p14:nvPr/>
              </p14:nvContentPartPr>
              <p14:xfrm>
                <a:off x="2393640" y="1844217"/>
                <a:ext cx="149760" cy="12204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35837539-A7FC-64B1-9E5C-B780670DF2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76000" y="1826577"/>
                  <a:ext cx="1854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CEEC4D05-27F5-5E2C-08B0-5925044DB708}"/>
                    </a:ext>
                  </a:extLst>
                </p14:cNvPr>
                <p14:cNvContentPartPr/>
                <p14:nvPr/>
              </p14:nvContentPartPr>
              <p14:xfrm>
                <a:off x="2649240" y="1529217"/>
                <a:ext cx="38520" cy="39960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CEEC4D05-27F5-5E2C-08B0-5925044DB7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31240" y="1511217"/>
                  <a:ext cx="741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7321507F-4A6A-8DF9-B8BD-DB5490811777}"/>
                    </a:ext>
                  </a:extLst>
                </p14:cNvPr>
                <p14:cNvContentPartPr/>
                <p14:nvPr/>
              </p14:nvContentPartPr>
              <p14:xfrm>
                <a:off x="2726280" y="1749177"/>
                <a:ext cx="111240" cy="20124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7321507F-4A6A-8DF9-B8BD-DB54908117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08640" y="1731177"/>
                  <a:ext cx="146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8EA96E29-AE3D-F12C-2E59-9E6D77A2DAD5}"/>
                    </a:ext>
                  </a:extLst>
                </p14:cNvPr>
                <p14:cNvContentPartPr/>
                <p14:nvPr/>
              </p14:nvContentPartPr>
              <p14:xfrm>
                <a:off x="2851560" y="1790577"/>
                <a:ext cx="210600" cy="1224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8EA96E29-AE3D-F12C-2E59-9E6D77A2DAD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33560" y="1772937"/>
                  <a:ext cx="246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88052A87-A007-F76F-DF66-37C4A2A66A85}"/>
                    </a:ext>
                  </a:extLst>
                </p14:cNvPr>
                <p14:cNvContentPartPr/>
                <p14:nvPr/>
              </p14:nvContentPartPr>
              <p14:xfrm>
                <a:off x="2962800" y="1531737"/>
                <a:ext cx="136080" cy="40896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88052A87-A007-F76F-DF66-37C4A2A66A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45160" y="1514097"/>
                  <a:ext cx="1717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37B920B0-F425-A132-618B-F0429F3CC13A}"/>
                    </a:ext>
                  </a:extLst>
                </p14:cNvPr>
                <p14:cNvContentPartPr/>
                <p14:nvPr/>
              </p14:nvContentPartPr>
              <p14:xfrm>
                <a:off x="3150000" y="1646937"/>
                <a:ext cx="9000" cy="6444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37B920B0-F425-A132-618B-F0429F3CC1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32000" y="1628937"/>
                  <a:ext cx="446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94922649-0AB8-DDB2-F52F-29A55DE390F4}"/>
                    </a:ext>
                  </a:extLst>
                </p14:cNvPr>
                <p14:cNvContentPartPr/>
                <p14:nvPr/>
              </p14:nvContentPartPr>
              <p14:xfrm>
                <a:off x="3172320" y="1785897"/>
                <a:ext cx="309600" cy="17892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94922649-0AB8-DDB2-F52F-29A55DE390F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4320" y="1767897"/>
                  <a:ext cx="345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9358ABC3-90A0-FA62-698F-52020A2A43B3}"/>
                    </a:ext>
                  </a:extLst>
                </p14:cNvPr>
                <p14:cNvContentPartPr/>
                <p14:nvPr/>
              </p14:nvContentPartPr>
              <p14:xfrm>
                <a:off x="3751920" y="1569897"/>
                <a:ext cx="258840" cy="27144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9358ABC3-90A0-FA62-698F-52020A2A43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33920" y="1552257"/>
                  <a:ext cx="2944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5724AC4A-8985-FF94-71DA-32BE1C18AD62}"/>
                    </a:ext>
                  </a:extLst>
                </p14:cNvPr>
                <p14:cNvContentPartPr/>
                <p14:nvPr/>
              </p14:nvContentPartPr>
              <p14:xfrm>
                <a:off x="3819600" y="1680417"/>
                <a:ext cx="649800" cy="6336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5724AC4A-8985-FF94-71DA-32BE1C18AD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01960" y="1662417"/>
                  <a:ext cx="685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51BB90DD-6DFB-3B6B-E4E8-97E099E69EDD}"/>
                    </a:ext>
                  </a:extLst>
                </p14:cNvPr>
                <p14:cNvContentPartPr/>
                <p14:nvPr/>
              </p14:nvContentPartPr>
              <p14:xfrm>
                <a:off x="5099760" y="1440657"/>
                <a:ext cx="11160" cy="1548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51BB90DD-6DFB-3B6B-E4E8-97E099E69E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82120" y="1423017"/>
                  <a:ext cx="46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FEE78F99-743A-A08F-BA00-7BF970BE5BCA}"/>
                    </a:ext>
                  </a:extLst>
                </p14:cNvPr>
                <p14:cNvContentPartPr/>
                <p14:nvPr/>
              </p14:nvContentPartPr>
              <p14:xfrm>
                <a:off x="5045760" y="1398177"/>
                <a:ext cx="366840" cy="48132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FEE78F99-743A-A08F-BA00-7BF970BE5BC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27760" y="1380177"/>
                  <a:ext cx="4024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F5F111BC-E7EF-1441-D7FD-66DA4A3B5D24}"/>
                    </a:ext>
                  </a:extLst>
                </p14:cNvPr>
                <p14:cNvContentPartPr/>
                <p14:nvPr/>
              </p14:nvContentPartPr>
              <p14:xfrm>
                <a:off x="5457600" y="1652697"/>
                <a:ext cx="138600" cy="18432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F5F111BC-E7EF-1441-D7FD-66DA4A3B5D2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9960" y="1634697"/>
                  <a:ext cx="174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A0762C9B-F0D2-09DF-4A84-828A43055AB6}"/>
                    </a:ext>
                  </a:extLst>
                </p14:cNvPr>
                <p14:cNvContentPartPr/>
                <p14:nvPr/>
              </p14:nvContentPartPr>
              <p14:xfrm>
                <a:off x="5652360" y="1693377"/>
                <a:ext cx="141480" cy="13392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A0762C9B-F0D2-09DF-4A84-828A43055A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34720" y="1675377"/>
                  <a:ext cx="177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A9F753DD-F1D5-AA35-6CBA-D561DC17F578}"/>
                    </a:ext>
                  </a:extLst>
                </p14:cNvPr>
                <p14:cNvContentPartPr/>
                <p14:nvPr/>
              </p14:nvContentPartPr>
              <p14:xfrm>
                <a:off x="5923800" y="1411497"/>
                <a:ext cx="569880" cy="40248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A9F753DD-F1D5-AA35-6CBA-D561DC17F5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06160" y="1393857"/>
                  <a:ext cx="6055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7AA722B6-5209-AE39-9C8A-2BC8FE695180}"/>
                    </a:ext>
                  </a:extLst>
                </p14:cNvPr>
                <p14:cNvContentPartPr/>
                <p14:nvPr/>
              </p14:nvContentPartPr>
              <p14:xfrm>
                <a:off x="6782760" y="1614537"/>
                <a:ext cx="485280" cy="23940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7AA722B6-5209-AE39-9C8A-2BC8FE69518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65120" y="1596537"/>
                  <a:ext cx="520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682FBED2-EC23-0CF5-79B0-59BA3E8D2A85}"/>
                    </a:ext>
                  </a:extLst>
                </p14:cNvPr>
                <p14:cNvContentPartPr/>
                <p14:nvPr/>
              </p14:nvContentPartPr>
              <p14:xfrm>
                <a:off x="7251840" y="1621377"/>
                <a:ext cx="340920" cy="21744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682FBED2-EC23-0CF5-79B0-59BA3E8D2A8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34200" y="1603377"/>
                  <a:ext cx="3765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63065983-8991-18E9-5CFB-183FB4F4BD5C}"/>
                    </a:ext>
                  </a:extLst>
                </p14:cNvPr>
                <p14:cNvContentPartPr/>
                <p14:nvPr/>
              </p14:nvContentPartPr>
              <p14:xfrm>
                <a:off x="7640640" y="1634337"/>
                <a:ext cx="187200" cy="6876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63065983-8991-18E9-5CFB-183FB4F4BD5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3000" y="1616337"/>
                  <a:ext cx="222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85757BC0-95B7-03EE-0A0B-F578DAC3B074}"/>
                    </a:ext>
                  </a:extLst>
                </p14:cNvPr>
                <p14:cNvContentPartPr/>
                <p14:nvPr/>
              </p14:nvContentPartPr>
              <p14:xfrm>
                <a:off x="7675920" y="1411857"/>
                <a:ext cx="168480" cy="42912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85757BC0-95B7-03EE-0A0B-F578DAC3B07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57920" y="1394217"/>
                  <a:ext cx="20412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8D6DDA63-915A-4127-36D9-571400A39AA4}"/>
                    </a:ext>
                  </a:extLst>
                </p14:cNvPr>
                <p14:cNvContentPartPr/>
                <p14:nvPr/>
              </p14:nvContentPartPr>
              <p14:xfrm>
                <a:off x="5112720" y="2305017"/>
                <a:ext cx="146880" cy="44352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8D6DDA63-915A-4127-36D9-571400A39A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95080" y="2287377"/>
                  <a:ext cx="1825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88D83AB8-2177-53FC-06D3-98B0B216DCCE}"/>
                    </a:ext>
                  </a:extLst>
                </p14:cNvPr>
                <p14:cNvContentPartPr/>
                <p14:nvPr/>
              </p14:nvContentPartPr>
              <p14:xfrm>
                <a:off x="5167440" y="2310417"/>
                <a:ext cx="529200" cy="17064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88D83AB8-2177-53FC-06D3-98B0B216DCC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49800" y="2292417"/>
                  <a:ext cx="564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C8CC427E-3924-92D9-A374-A3E33D30E923}"/>
                    </a:ext>
                  </a:extLst>
                </p14:cNvPr>
                <p14:cNvContentPartPr/>
                <p14:nvPr/>
              </p14:nvContentPartPr>
              <p14:xfrm>
                <a:off x="5763240" y="2278737"/>
                <a:ext cx="177480" cy="17424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C8CC427E-3924-92D9-A374-A3E33D30E9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45240" y="2260737"/>
                  <a:ext cx="213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F3156573-D9D7-3BD6-46CC-A12E0ECED028}"/>
                    </a:ext>
                  </a:extLst>
                </p14:cNvPr>
                <p14:cNvContentPartPr/>
                <p14:nvPr/>
              </p14:nvContentPartPr>
              <p14:xfrm>
                <a:off x="5995080" y="2319777"/>
                <a:ext cx="178920" cy="15012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F3156573-D9D7-3BD6-46CC-A12E0ECED0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77440" y="2302137"/>
                  <a:ext cx="214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336A003D-F265-5A76-0344-2A4F65A5C622}"/>
                    </a:ext>
                  </a:extLst>
                </p14:cNvPr>
                <p14:cNvContentPartPr/>
                <p14:nvPr/>
              </p14:nvContentPartPr>
              <p14:xfrm>
                <a:off x="6190560" y="2292417"/>
                <a:ext cx="164880" cy="16992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336A003D-F265-5A76-0344-2A4F65A5C6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2920" y="2274417"/>
                  <a:ext cx="200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9EDA0D3E-2E0C-22CD-C27C-602663A8FE63}"/>
                    </a:ext>
                  </a:extLst>
                </p14:cNvPr>
                <p14:cNvContentPartPr/>
                <p14:nvPr/>
              </p14:nvContentPartPr>
              <p14:xfrm>
                <a:off x="6325200" y="2251017"/>
                <a:ext cx="270360" cy="7524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9EDA0D3E-2E0C-22CD-C27C-602663A8FE6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07200" y="2233017"/>
                  <a:ext cx="30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F35AEB3F-4386-BB04-D1FF-9905DB1D64C8}"/>
                    </a:ext>
                  </a:extLst>
                </p14:cNvPr>
                <p14:cNvContentPartPr/>
                <p14:nvPr/>
              </p14:nvContentPartPr>
              <p14:xfrm>
                <a:off x="6512760" y="2077497"/>
                <a:ext cx="13680" cy="37692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F35AEB3F-4386-BB04-D1FF-9905DB1D64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95120" y="2059497"/>
                  <a:ext cx="493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FDCB3518-9EC4-EA0D-DD7A-845374CDA03E}"/>
                    </a:ext>
                  </a:extLst>
                </p14:cNvPr>
                <p14:cNvContentPartPr/>
                <p14:nvPr/>
              </p14:nvContentPartPr>
              <p14:xfrm>
                <a:off x="6654960" y="2357217"/>
                <a:ext cx="38160" cy="10008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FDCB3518-9EC4-EA0D-DD7A-845374CDA0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36960" y="2339217"/>
                  <a:ext cx="73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B2E7C831-184D-EE33-0815-4736DD374CD9}"/>
                    </a:ext>
                  </a:extLst>
                </p14:cNvPr>
                <p14:cNvContentPartPr/>
                <p14:nvPr/>
              </p14:nvContentPartPr>
              <p14:xfrm>
                <a:off x="6701400" y="2142297"/>
                <a:ext cx="18720" cy="5580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B2E7C831-184D-EE33-0815-4736DD374CD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83400" y="2124297"/>
                  <a:ext cx="54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5BAB549E-55C8-789A-E0E8-97721C634898}"/>
                    </a:ext>
                  </a:extLst>
                </p14:cNvPr>
                <p14:cNvContentPartPr/>
                <p14:nvPr/>
              </p14:nvContentPartPr>
              <p14:xfrm>
                <a:off x="6816600" y="2269017"/>
                <a:ext cx="336960" cy="173520"/>
              </p14:xfrm>
            </p:contentPart>
          </mc:Choice>
          <mc:Fallback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5BAB549E-55C8-789A-E0E8-97721C63489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98960" y="2251377"/>
                  <a:ext cx="37260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2F4C2626-EED4-566F-88E2-F014958D561B}"/>
              </a:ext>
            </a:extLst>
          </p:cNvPr>
          <p:cNvGrpSpPr/>
          <p:nvPr/>
        </p:nvGrpSpPr>
        <p:grpSpPr>
          <a:xfrm>
            <a:off x="483840" y="3589857"/>
            <a:ext cx="953280" cy="699480"/>
            <a:chOff x="483840" y="3589857"/>
            <a:chExt cx="953280" cy="69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F935B5E0-1164-68D7-D6C5-4CE1DFFE2246}"/>
                    </a:ext>
                  </a:extLst>
                </p14:cNvPr>
                <p14:cNvContentPartPr/>
                <p14:nvPr/>
              </p14:nvContentPartPr>
              <p14:xfrm>
                <a:off x="483840" y="3589857"/>
                <a:ext cx="143640" cy="51084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F935B5E0-1164-68D7-D6C5-4CE1DFFE224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6200" y="3572217"/>
                  <a:ext cx="17928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C7A034A7-B0C8-24A3-8C8D-E1A46E32850A}"/>
                    </a:ext>
                  </a:extLst>
                </p14:cNvPr>
                <p14:cNvContentPartPr/>
                <p14:nvPr/>
              </p14:nvContentPartPr>
              <p14:xfrm>
                <a:off x="768960" y="3716217"/>
                <a:ext cx="407880" cy="21528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C7A034A7-B0C8-24A3-8C8D-E1A46E3285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0960" y="3698577"/>
                  <a:ext cx="443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筆跡 54">
                  <a:extLst>
                    <a:ext uri="{FF2B5EF4-FFF2-40B4-BE49-F238E27FC236}">
                      <a16:creationId xmlns:a16="http://schemas.microsoft.com/office/drawing/2014/main" id="{F6F7CAF8-7193-9B0D-3422-80061DE4856F}"/>
                    </a:ext>
                  </a:extLst>
                </p14:cNvPr>
                <p14:cNvContentPartPr/>
                <p14:nvPr/>
              </p14:nvContentPartPr>
              <p14:xfrm>
                <a:off x="994320" y="3694617"/>
                <a:ext cx="53280" cy="373680"/>
              </p14:xfrm>
            </p:contentPart>
          </mc:Choice>
          <mc:Fallback>
            <p:pic>
              <p:nvPicPr>
                <p:cNvPr id="55" name="筆跡 54">
                  <a:extLst>
                    <a:ext uri="{FF2B5EF4-FFF2-40B4-BE49-F238E27FC236}">
                      <a16:creationId xmlns:a16="http://schemas.microsoft.com/office/drawing/2014/main" id="{F6F7CAF8-7193-9B0D-3422-80061DE4856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6680" y="3676617"/>
                  <a:ext cx="889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ADCA658D-5804-DD1A-EBD2-9751806374B4}"/>
                    </a:ext>
                  </a:extLst>
                </p14:cNvPr>
                <p14:cNvContentPartPr/>
                <p14:nvPr/>
              </p14:nvContentPartPr>
              <p14:xfrm>
                <a:off x="1114560" y="3622617"/>
                <a:ext cx="322560" cy="66672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ADCA658D-5804-DD1A-EBD2-9751806374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6560" y="3604617"/>
                  <a:ext cx="358200" cy="70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F53D9783-72C6-167B-3384-12F4E6B0D7C8}"/>
              </a:ext>
            </a:extLst>
          </p:cNvPr>
          <p:cNvGrpSpPr/>
          <p:nvPr/>
        </p:nvGrpSpPr>
        <p:grpSpPr>
          <a:xfrm>
            <a:off x="2319480" y="3602097"/>
            <a:ext cx="2927160" cy="942840"/>
            <a:chOff x="2319480" y="3602097"/>
            <a:chExt cx="2927160" cy="94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31D0013C-D965-9A9C-D6E6-B864660AE9C4}"/>
                    </a:ext>
                  </a:extLst>
                </p14:cNvPr>
                <p14:cNvContentPartPr/>
                <p14:nvPr/>
              </p14:nvContentPartPr>
              <p14:xfrm>
                <a:off x="2319480" y="3674457"/>
                <a:ext cx="327600" cy="48924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31D0013C-D965-9A9C-D6E6-B864660AE9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01480" y="3656457"/>
                  <a:ext cx="36324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0BF7B523-093C-A181-26A7-024CABB77AE9}"/>
                    </a:ext>
                  </a:extLst>
                </p14:cNvPr>
                <p14:cNvContentPartPr/>
                <p14:nvPr/>
              </p14:nvContentPartPr>
              <p14:xfrm>
                <a:off x="2801880" y="4013937"/>
                <a:ext cx="43920" cy="531000"/>
              </p14:xfrm>
            </p:contentPart>
          </mc:Choice>
          <mc:Fallback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0BF7B523-093C-A181-26A7-024CABB77A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83880" y="3995937"/>
                  <a:ext cx="7956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42D1F85A-30B2-4EEE-F2AA-660BDE2D0A67}"/>
                    </a:ext>
                  </a:extLst>
                </p14:cNvPr>
                <p14:cNvContentPartPr/>
                <p14:nvPr/>
              </p14:nvContentPartPr>
              <p14:xfrm>
                <a:off x="2750760" y="3999897"/>
                <a:ext cx="254520" cy="34992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42D1F85A-30B2-4EEE-F2AA-660BDE2D0A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32760" y="3981897"/>
                  <a:ext cx="2901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6EB47938-F07F-83B6-1160-05D7AF5658A1}"/>
                    </a:ext>
                  </a:extLst>
                </p14:cNvPr>
                <p14:cNvContentPartPr/>
                <p14:nvPr/>
              </p14:nvContentPartPr>
              <p14:xfrm>
                <a:off x="2864160" y="3941937"/>
                <a:ext cx="397440" cy="124200"/>
              </p14:xfrm>
            </p:contentPart>
          </mc:Choice>
          <mc:Fallback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6EB47938-F07F-83B6-1160-05D7AF5658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46160" y="3924297"/>
                  <a:ext cx="433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7D1AA8BC-8765-3B93-F9B9-D0F838F3D64F}"/>
                    </a:ext>
                  </a:extLst>
                </p14:cNvPr>
                <p14:cNvContentPartPr/>
                <p14:nvPr/>
              </p14:nvContentPartPr>
              <p14:xfrm>
                <a:off x="3151080" y="3655377"/>
                <a:ext cx="336600" cy="535680"/>
              </p14:xfrm>
            </p:contentPart>
          </mc:Choice>
          <mc:Fallback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7D1AA8BC-8765-3B93-F9B9-D0F838F3D6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33080" y="3637377"/>
                  <a:ext cx="37224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6C0E3AAF-F90D-4B1C-2AD6-071D76924AA2}"/>
                    </a:ext>
                  </a:extLst>
                </p14:cNvPr>
                <p14:cNvContentPartPr/>
                <p14:nvPr/>
              </p14:nvContentPartPr>
              <p14:xfrm>
                <a:off x="3430440" y="3745017"/>
                <a:ext cx="37080" cy="125640"/>
              </p14:xfrm>
            </p:contentPart>
          </mc:Choice>
          <mc:Fallback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6C0E3AAF-F90D-4B1C-2AD6-071D76924AA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12800" y="3727377"/>
                  <a:ext cx="72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1E314EC3-5F3A-49E5-BBB0-161A1B6BC0C5}"/>
                    </a:ext>
                  </a:extLst>
                </p14:cNvPr>
                <p14:cNvContentPartPr/>
                <p14:nvPr/>
              </p14:nvContentPartPr>
              <p14:xfrm>
                <a:off x="3551400" y="3982617"/>
                <a:ext cx="496080" cy="147600"/>
              </p14:xfrm>
            </p:contentPart>
          </mc:Choice>
          <mc:Fallback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1E314EC3-5F3A-49E5-BBB0-161A1B6BC0C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33400" y="3964617"/>
                  <a:ext cx="531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40FFFB87-90D3-9818-DEB5-E0527D6ABF0C}"/>
                    </a:ext>
                  </a:extLst>
                </p14:cNvPr>
                <p14:cNvContentPartPr/>
                <p14:nvPr/>
              </p14:nvContentPartPr>
              <p14:xfrm>
                <a:off x="3990960" y="3728817"/>
                <a:ext cx="15480" cy="5724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40FFFB87-90D3-9818-DEB5-E0527D6ABF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73320" y="3710817"/>
                  <a:ext cx="51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FF9181EE-7384-48BC-1CA2-2ED6623F47AA}"/>
                    </a:ext>
                  </a:extLst>
                </p14:cNvPr>
                <p14:cNvContentPartPr/>
                <p14:nvPr/>
              </p14:nvContentPartPr>
              <p14:xfrm>
                <a:off x="4115160" y="3889017"/>
                <a:ext cx="167040" cy="25992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FF9181EE-7384-48BC-1CA2-2ED6623F47A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97520" y="3871017"/>
                  <a:ext cx="2026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18FA9833-FD4D-0D39-890B-BBD53758409C}"/>
                    </a:ext>
                  </a:extLst>
                </p14:cNvPr>
                <p14:cNvContentPartPr/>
                <p14:nvPr/>
              </p14:nvContentPartPr>
              <p14:xfrm>
                <a:off x="4181400" y="3997017"/>
                <a:ext cx="41040" cy="64440"/>
              </p14:xfrm>
            </p:contentPart>
          </mc:Choice>
          <mc:Fallback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18FA9833-FD4D-0D39-890B-BBD53758409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63400" y="3979377"/>
                  <a:ext cx="76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82269BC7-2EBB-D78F-D8A3-B0EE4FCD4579}"/>
                    </a:ext>
                  </a:extLst>
                </p14:cNvPr>
                <p14:cNvContentPartPr/>
                <p14:nvPr/>
              </p14:nvContentPartPr>
              <p14:xfrm>
                <a:off x="4313520" y="3948777"/>
                <a:ext cx="176040" cy="190800"/>
              </p14:xfrm>
            </p:contentPart>
          </mc:Choice>
          <mc:Fallback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82269BC7-2EBB-D78F-D8A3-B0EE4FCD45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95880" y="3930777"/>
                  <a:ext cx="211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3CA91C18-9ADB-99F4-980A-7B42EE7D4DCC}"/>
                    </a:ext>
                  </a:extLst>
                </p14:cNvPr>
                <p14:cNvContentPartPr/>
                <p14:nvPr/>
              </p14:nvContentPartPr>
              <p14:xfrm>
                <a:off x="4467600" y="3892617"/>
                <a:ext cx="196560" cy="10692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3CA91C18-9ADB-99F4-980A-7B42EE7D4DC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49960" y="3874977"/>
                  <a:ext cx="232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6AE34768-35A9-8345-3023-151B6362B650}"/>
                    </a:ext>
                  </a:extLst>
                </p14:cNvPr>
                <p14:cNvContentPartPr/>
                <p14:nvPr/>
              </p14:nvContentPartPr>
              <p14:xfrm>
                <a:off x="4586400" y="3602097"/>
                <a:ext cx="83160" cy="56808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6AE34768-35A9-8345-3023-151B6362B65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68400" y="3584457"/>
                  <a:ext cx="11880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92AB5102-8597-E9C2-1EC5-8E4672EB209A}"/>
                    </a:ext>
                  </a:extLst>
                </p14:cNvPr>
                <p14:cNvContentPartPr/>
                <p14:nvPr/>
              </p14:nvContentPartPr>
              <p14:xfrm>
                <a:off x="4802040" y="4012137"/>
                <a:ext cx="73800" cy="119520"/>
              </p14:xfrm>
            </p:contentPart>
          </mc:Choice>
          <mc:Fallback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92AB5102-8597-E9C2-1EC5-8E4672EB209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84400" y="3994497"/>
                  <a:ext cx="109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D23B46F1-D24E-2F6F-1FB6-FD7DF36A60DB}"/>
                    </a:ext>
                  </a:extLst>
                </p14:cNvPr>
                <p14:cNvContentPartPr/>
                <p14:nvPr/>
              </p14:nvContentPartPr>
              <p14:xfrm>
                <a:off x="4807440" y="3754737"/>
                <a:ext cx="45360" cy="127800"/>
              </p14:xfrm>
            </p:contentPart>
          </mc:Choice>
          <mc:Fallback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D23B46F1-D24E-2F6F-1FB6-FD7DF36A60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9800" y="3736737"/>
                  <a:ext cx="81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41E434F8-4B53-2C47-361C-E72C64FE9CD6}"/>
                    </a:ext>
                  </a:extLst>
                </p14:cNvPr>
                <p14:cNvContentPartPr/>
                <p14:nvPr/>
              </p14:nvContentPartPr>
              <p14:xfrm>
                <a:off x="4865400" y="3917097"/>
                <a:ext cx="381240" cy="27144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41E434F8-4B53-2C47-361C-E72C64FE9C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47400" y="3899457"/>
                  <a:ext cx="416880" cy="30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7906704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1870</Words>
  <Application>Microsoft Office PowerPoint</Application>
  <PresentationFormat>如螢幕大小 (16:9)</PresentationFormat>
  <Paragraphs>198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Quattrocento Sans</vt:lpstr>
      <vt:lpstr>Nixie One</vt:lpstr>
      <vt:lpstr>Lora</vt:lpstr>
      <vt:lpstr>Raleway</vt:lpstr>
      <vt:lpstr>Lato</vt:lpstr>
      <vt:lpstr>Arial</vt:lpstr>
      <vt:lpstr>Streamline</vt:lpstr>
      <vt:lpstr>專案背景與研究動機</vt:lpstr>
      <vt:lpstr>專案研究目的</vt:lpstr>
      <vt:lpstr>資料範圍</vt:lpstr>
      <vt:lpstr>台北市分隊現有配置救護車數量與分佈</vt:lpstr>
      <vt:lpstr>資料前處理</vt:lpstr>
      <vt:lpstr>梯次劃分</vt:lpstr>
      <vt:lpstr>派遣中心派遣規則定義</vt:lpstr>
      <vt:lpstr>高級／基礎分隊作為單車／雙軌資料統計結果</vt:lpstr>
      <vt:lpstr>與事件嚴重程度相關的 3 種指標</vt:lpstr>
      <vt:lpstr>依事件嚴重程度分類的資料整理結果：</vt:lpstr>
      <vt:lpstr>三種任務情境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Ling-Chieh Kung</cp:lastModifiedBy>
  <cp:revision>2</cp:revision>
  <dcterms:modified xsi:type="dcterms:W3CDTF">2025-07-04T08:01:11Z</dcterms:modified>
</cp:coreProperties>
</file>